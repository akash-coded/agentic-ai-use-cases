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PROGRAM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Bedrock, AgentCore, and Orchestration Choices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1 — Bedrock + AgentCore Foundations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127455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promise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 PM, you can: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call Bedrock and explain its request lifecycle, (2) draw the AgentCore architecture and name what it gives you versus what you still build, (3) defend a framework choice on a workflow shape.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was theory. Today we land on AWS. No keyboards yet — you watch, I narrate every design choice.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hours · two halves · 15-minute break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Yesterday's six components, today's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boxes you drew yesterday — each lands on a concrete AWS layer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11274552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(DAY 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745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8346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 invocation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21240" y="29535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21240" y="2953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12745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0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331012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+ tool schemas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21240" y="342900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3429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112745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856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378561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(short + long)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21240" y="3904488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39044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112745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611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42611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S3 Vectors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21240" y="4379976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4379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112745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365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34840" y="47365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structured outputs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21240" y="4855464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4855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212080"/>
            <a:ext cx="112745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120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surface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34840" y="52120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921240" y="533095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0" y="5330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covers rows 1–3. The orchestration of these components is Half 2.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is a model gateway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an agent framework, not a vector DB, not an orchestrator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5486400" cy="3794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BEDROCK 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937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surface for many models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Llama · Mistral · Titan · Cohere · AI21 · Stability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invocation modes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InvokeModel (sync) · InvokeModelWithResponseStream (token stream)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us-west-2 (Oregon) — full AgentCore support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(input + output, separate rates). Zero infrastructure to manage.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5559552" cy="379476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BEDROCK IS NOT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617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management tool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5120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identical to the OpenAI API. Different vendors, one wrapper.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call Bedrock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AWS API call → model routing → response + usage → CloudWatch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AGENT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creds + payload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3246120"/>
            <a:ext cx="32004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ENDPOINT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3246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82312" y="3246120"/>
            <a:ext cx="32004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3246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Llama / Titan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14032" y="3246120"/>
            <a:ext cx="32004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3246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usage metadata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45752" y="3246120"/>
            <a:ext cx="32004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84080" y="32461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logs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269748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is AWS-native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892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IAM signing you use for S3 or DynamoDB. No separate API key sprawl.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73552" y="4434840"/>
            <a:ext cx="269748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deterministic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10712" y="4892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 in payload: anthropic.claude-3-5-sonnet-20241022-v2:0 — versioned, reproducible.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9904" y="4434840"/>
            <a:ext cx="269748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on every call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27064" y="4892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input_tokens, output_tokens, stop_reason. This is your cost ledger.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06256" y="4434840"/>
            <a:ext cx="269748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3416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loop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43416" y="4892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returns text. You call again, or you do not. Agency lives in your code.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doesn't know what an agent is. You call it, it returns text. Everything else is your code.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Bedrock — the atom of every agent on AWS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lines, zero agency. This is what's underneath everything we'll build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713232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67665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boto3, json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boto3.client(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"bedrock-runtime"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region_name=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"us-west-2"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= {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"anthropic_version"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"bedrock-2023-05-31",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"max_tokens"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512,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"system"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"You confirm flight bookings. Return JSON only.",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"content": "Lookup PNR ABC123"}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
}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client.invoke_model(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"anthropic.claude-3-5-sonnet-...",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body=json.dumps(body)
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json.loads(response[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].read())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][0][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agent?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Function call to an LLM. No loop, no tools, no memory.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unit cost?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3904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~142 in / 38 out tokens ≈ $0.001 per call (Sonnet 3.5 pricing).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471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that up?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7457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agent × 50K daily users → why Day 7 (cost + obs) exists.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5312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this agentic?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55869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loop · tools · memory · planner prompt · stop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BEDROCK DOESN'T GIVE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fills the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primitives — none of them are the agent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11274552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RAW BEDROCK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PRIMITIVE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PROVIDES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agent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execution + lifecycle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tool registry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access, auth, schemas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long-term, scoped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identity scoping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IAM, not per-user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execution traces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X-Ray native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multi-tenancy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memory + state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replaces the plumbing you'd otherwise build. Your agent logic is still yours.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in three layers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surface · AgentCore primitives · Downstream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· Web app · API caller · CLI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2971800"/>
            <a:ext cx="228600" cy="164592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11274552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agent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36576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36576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long-term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36576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 agent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365760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logs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4937760"/>
            <a:ext cx="228600" cy="164592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66360"/>
            <a:ext cx="548640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Claude · Llama · Titan · Mistral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45352" y="5166360"/>
            <a:ext cx="548640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28232" y="5532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(TravelMind) · REST APIs · Databases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ANTIDOTE TO MARKETING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AgentCore does not give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is an engineering decision you still 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231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logic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or use Strands / LangGraph (Half 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231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prompts are yours. AgentCore stores; you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47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yourself or use LangGraph subgraphs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2004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3547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OpenSearch / S3 Vectors — Day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7764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325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is the surface; you design the cards — Day 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97764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7764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4325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golden set — Day 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5559552" cy="713232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548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5102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discipline is your job — Day 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486400"/>
            <a:ext cx="11274552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77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what is the value if I still write everything?"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governance, identity, observability, hosted runtime. The hard parts of running an agent in production. Not the designing of one.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CONCEPTUAL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booking lookup, now on AgentCore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lines, full agency. The magic is what is not in the 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676656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6400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Skeleton — pattern is stable; SDK syntax evolves
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Agent, tool
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lookup_booking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(pnr: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20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"""Fetch booking details for a PNR."""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routed via AgentCore Gateway to TravelMind MCP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model="anthropic.claude-3-5-sonnet",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handle booking inquiries.",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tools=[lookup_booking],
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memory="session"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AgentCore Memory primitive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agent.invoke(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"Lookup PNR ABC123"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2377440"/>
            <a:ext cx="4325112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IN THE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2926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server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0" y="33375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definitions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3749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config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0" y="4160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/ DynamoDB setup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45720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shipping to CloudWatch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49834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18120" y="4983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5394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timeout logic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89520" y="5852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handled by the runtime.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1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be able to say out loud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statements. If any feel fuzzy, flag it before the break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11274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is the model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across many LLMs. Per-token pricing. CloudWatch-native. No agent loop, no memory, no tools — that's not its job.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1274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is runtime + governance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069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primitives: Runtime, Gateway, Memory, Identity, Observability. None of them are the agent loop. The agent loop is still your code.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112745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00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45920" y="48463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code chooses the loop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5212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or LangGraph — Half 2 is the head-to-head. Both run on AgentCore. Choice is workflow shape, not vendor loyalty.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 — Strands vs LangGraph. Pick the right loop for the workflow.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653796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· Half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Half 1 — Bedrock + AgentCore Foundations</dc:title>
  <dc:subject>PptxGenJS Presentation</dc:subject>
  <dc:creator>PptxGenJS</dc:creator>
  <cp:lastModifiedBy>PptxGenJS</cp:lastModifiedBy>
  <cp:revision>1</cp:revision>
  <dcterms:created xsi:type="dcterms:W3CDTF">2026-05-12T03:05:32Z</dcterms:created>
  <dcterms:modified xsi:type="dcterms:W3CDTF">2026-05-12T03:05:32Z</dcterms:modified>
</cp:coreProperties>
</file>