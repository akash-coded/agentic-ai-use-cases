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AGENTIC AI PRACTITIONER PROGRAM · PRE-WAVE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87452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Easing into Amazon Bedrock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three ways. Run "Hello Bedrock." Then grow it, one step at a time.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gentle on-ramp before Day 5.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last slide you will have connected from the console, the CLI and the SDK, run your first model call, read the cost, and seen the one error everyone hits — so the Day 5 build feels easy.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50749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Spiral learning  ·  smallest working thing first  ·  real AWS SDK examples, annotated  ·  anchor: TravelMind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5715000"/>
            <a:ext cx="164592" cy="16459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571500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571500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  <p:sp>
        <p:nvSpPr>
          <p:cNvPr id="10" name="Shape 8"/>
          <p:cNvSpPr/>
          <p:nvPr/>
        </p:nvSpPr>
        <p:spPr>
          <a:xfrm>
            <a:off x="1572768" y="571500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THIS DECK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climb a spiral, not a cliff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slide changes ONE thing from the slide before. Same client, same call — a little more capable each time.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2478024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— prove you can reach Bedrock at all — three different ways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227832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27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" y="3191256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 — list the models, then get one model to say hello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94106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41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5568" y="3904488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— add a system prompt, memory, streaming, error-handling — one at a time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654296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54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4617720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— discover and read model details in code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5367528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367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" y="5330952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— you are now ready for the Day 5 workflow + agent build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0080" y="6172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step already feels obvious, good — that means the ramp is working. Speak up and we skip ahead.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IDEA THAT PREVENTS 90% OF CONFUSION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clients = two planes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gives you two different boto3 clients. Beginners mix them up and nothing works. Keep them straight: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5271516" cy="283464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377440"/>
            <a:ext cx="5271516" cy="54864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78608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boto3.client("bedrock")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980944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/ control plane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3337560"/>
            <a:ext cx="48143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 and describes models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guardrails, knowledge bases, jobs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run a model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Calls: list_foundation_models, get_foundation_model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7356" y="2377440"/>
            <a:ext cx="5271516" cy="2834640"/>
          </a:xfrm>
          <a:prstGeom prst="rect">
            <a:avLst/>
          </a:prstGeom>
          <a:solidFill>
            <a:srgbClr val="F3F6FA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7356" y="2377440"/>
            <a:ext cx="5271516" cy="54864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4" name="Text 12"/>
          <p:cNvSpPr/>
          <p:nvPr/>
        </p:nvSpPr>
        <p:spPr>
          <a:xfrm>
            <a:off x="6505956" y="2578608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7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boto3.client("bedrock-runtime")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05956" y="2980944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/ inference plane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05956" y="3337560"/>
            <a:ext cx="48143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runs the model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prompts, gets responses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where your tokens (and cost) happen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Calls: converse, converse_stream, invoke_model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4864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hook:  </a:t>
            </a:r>
            <a:pPr indent="0" marL="0">
              <a:buNone/>
            </a:pPr>
            <a:r>
              <a:rPr lang="en-US" sz="13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"bedrock" manages, "bedrock-runtime" runs. Same idea as EC2 vs the app on it.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REACH BEDROCK THREE WAYS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doors in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453384" cy="338328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20240"/>
            <a:ext cx="3453384" cy="54864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21408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254203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9260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Playground in the browser. Pick a model, type a prompt, see a reply. Zero setup.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434840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4681728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Exploring, comparing models, demos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67784" y="1920240"/>
            <a:ext cx="3453384" cy="338328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67784" y="1920240"/>
            <a:ext cx="3453384" cy="54864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5" name="Text 13"/>
          <p:cNvSpPr/>
          <p:nvPr/>
        </p:nvSpPr>
        <p:spPr>
          <a:xfrm>
            <a:off x="4596384" y="2121408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96384" y="254203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96384" y="29260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bedrock ... and aws bedrock-runtime ... . One-liners, scripts, quick checks.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96384" y="4434840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96384" y="4681728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tests, automation, CI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95488" y="1920240"/>
            <a:ext cx="3453384" cy="3383280"/>
          </a:xfrm>
          <a:prstGeom prst="rect">
            <a:avLst/>
          </a:prstGeom>
          <a:solidFill>
            <a:srgbClr val="F3F6FA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5488" y="1920240"/>
            <a:ext cx="3453384" cy="54864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22" name="Text 20"/>
          <p:cNvSpPr/>
          <p:nvPr/>
        </p:nvSpPr>
        <p:spPr>
          <a:xfrm>
            <a:off x="8324088" y="2121408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SDK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24088" y="254203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24088" y="29260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boto3 in Python (or any AWS SDK). Everything programmable. This is what we build on.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24088" y="4434840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24088" y="4681728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applications — and Day 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55321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Bedrock underneath. We will open all three today, then live in the SDK.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GET CONNECTED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78408" y="269748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in first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40233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and setup are where beginners lose an hour. Five clean steps and you are through.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5120640"/>
            <a:ext cx="164592" cy="16459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Shape 6"/>
          <p:cNvSpPr/>
          <p:nvPr/>
        </p:nvSpPr>
        <p:spPr>
          <a:xfrm>
            <a:off x="1316736" y="512064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  <p:sp>
        <p:nvSpPr>
          <p:cNvPr id="9" name="Shape 7"/>
          <p:cNvSpPr/>
          <p:nvPr/>
        </p:nvSpPr>
        <p:spPr>
          <a:xfrm>
            <a:off x="1627632" y="512064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 · ACCESS IN 2026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models are already 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"enable each model" dashboard is gone. This trips up anyone following a 2024 tutorial.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2478024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models are auto-enabled in every commercial region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15568" y="2788920"/>
            <a:ext cx="1043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call them straight away — console, CLI or SDK. No request-access step.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3392424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Claude needs a one-time usage form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15568" y="3703320"/>
            <a:ext cx="1043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it once in the console (pick a Claude model in the playground). From an org management account it covers all member accounts.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43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4306824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is controlled by IAM and SCPs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15568" y="4617720"/>
            <a:ext cx="1043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Admins allow or deny models with policies — not a checkbox page. Day 5 revisits this.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Claude call returns AccessDenied, the usage form is almost always the reason. Accept it once and move 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AUTHENTICATE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authentication ladder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at the top rung today. Move down as you go to production. All three prove who you are to Bedrock.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10908792" cy="91440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377440"/>
            <a:ext cx="54864" cy="91440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487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API key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START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0" y="2377440"/>
            <a:ext cx="7068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console → API keys → short-term → create. One value, copy 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364992"/>
            <a:ext cx="109087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364992"/>
            <a:ext cx="54864" cy="91440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Bearer token env var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867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SDK / CLI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97680" y="3364992"/>
            <a:ext cx="7068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AWS_BEARER_TOKEN_BEDROCK=&lt;key&gt;  — boto3 and the CLI read it automatically.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352544"/>
            <a:ext cx="10908792" cy="91440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352544"/>
            <a:ext cx="54864" cy="9144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462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role / temp creds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48554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97680" y="4352544"/>
            <a:ext cx="7068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keys in code. A role on the EC2/Lambda/EKS workload, or SSO. The grown-up answer.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5321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class, the short-term key + the env var is all you need. Treat any key like a password — never commit it.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· INSTALL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the SDK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line that matches how you want to call Bedrock. boto3 is the common base; the others are optional, for teams with existing code.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3453384" cy="2468880"/>
          </a:xfrm>
          <a:prstGeom prst="rect">
            <a:avLst/>
          </a:prstGeom>
          <a:solidFill>
            <a:srgbClr val="F3F6FA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468880"/>
            <a:ext cx="3453384" cy="54864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5176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Converse / Invoke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3133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27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boto3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703320"/>
            <a:ext cx="2996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unified Bedrock API. Our default for the whole course.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67784" y="2468880"/>
            <a:ext cx="3453384" cy="246888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7784" y="2468880"/>
            <a:ext cx="3453384" cy="54864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4" name="Text 12"/>
          <p:cNvSpPr/>
          <p:nvPr/>
        </p:nvSpPr>
        <p:spPr>
          <a:xfrm>
            <a:off x="4596384" y="265176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Messages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50664" y="3246120"/>
            <a:ext cx="3133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27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boto3 anthropic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96384" y="3703320"/>
            <a:ext cx="2996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already write Claude code with the Anthropic SDK.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95488" y="2468880"/>
            <a:ext cx="3453384" cy="246888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5488" y="2468880"/>
            <a:ext cx="3453384" cy="54864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9" name="Text 17"/>
          <p:cNvSpPr/>
          <p:nvPr/>
        </p:nvSpPr>
        <p:spPr>
          <a:xfrm>
            <a:off x="8324088" y="265176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OpenAI-compatible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78368" y="3246120"/>
            <a:ext cx="3133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27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boto3 openai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24088" y="3703320"/>
            <a:ext cx="2996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already write OpenAI code (Responses / Chat Completions).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also need Python 3.9+. Use a virtual environment so course installs do not collide with your system Python.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· POINT THE SDK AT BEDROCK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your environment variables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API family reads different variables. Set the ones for the door you are using.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Converse / Invoke (boto3)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542032"/>
            <a:ext cx="10908792" cy="515493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542032"/>
            <a:ext cx="54864" cy="515493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688336"/>
            <a:ext cx="10543032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AWS_BEARER_TOKEN_BEDROCK="&lt;your Bedrock API key&gt;"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Messages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47872"/>
            <a:ext cx="10908792" cy="701802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547872"/>
            <a:ext cx="54864" cy="70180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694176"/>
            <a:ext cx="10543032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ANTHROPIC_API_KEY="&lt;your Bedrock API key&gt;"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ANTHROPIC_BASE_URL="https://bedrock-mantle.&lt;region&gt;.api.aws/anthropic"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OpenAI-compatible (Responses / Chat Completions)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28032"/>
            <a:ext cx="10908792" cy="701802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828032"/>
            <a:ext cx="54864" cy="70180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974336"/>
            <a:ext cx="10543032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OPENAI_API_KEY="&lt;your Bedrock API key&gt;"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OPENAI_BASE_URL="https://bedrock-mantle.&lt;region&gt;.api.aws/v1"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OpenAI / Anthropic doors just re-point an existing SDK at Bedrock's endpoint. Same key, different base URL.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YOUR WORKBENCH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up VS Code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792224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and select a virtual environment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15568" y="2103120"/>
            <a:ext cx="1043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-m venv .venv  →  then "Python: Select Interpreter" and pick .venv. Keeps the course clean.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724912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" y="2688336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boto3 in that environment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15568" y="2999232"/>
            <a:ext cx="1043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install boto3  in the integrated terminal (the one inside VS Code, with .venv active).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62102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621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3584448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it credentials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15568" y="3895344"/>
            <a:ext cx="1043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 the AWS Toolkit extension (sign in with SSO), or a .env file holding AWS_BEARER_TOKEN_BEDROCK loaded via python-dotenv.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517136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517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15568" y="4480560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your file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115568" y="4791456"/>
            <a:ext cx="1043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hello_bedrock.py, hit Run, watch the integrated terminal. Same as  python3 hello_bedrock.py.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413248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413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15568" y="5376672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.env to .gitignore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115568" y="5687568"/>
            <a:ext cx="1043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your key never reaches a repo. Do this before your first commit, not after.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63550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spot most courses skip: the wrong interpreter. If imports fail, you are almost always in the system Python, not .venv.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· THE TERMINAL DOOR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up the CLI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AWS CLI mirrors the two planes exactly: one command group manages, the other runs.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 (one of):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542032"/>
            <a:ext cx="10908792" cy="701802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542032"/>
            <a:ext cx="54864" cy="70180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688336"/>
            <a:ext cx="10543032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AWS_BEARER_TOKEN_BEDROCK="&lt;your Bedrock API key&gt;"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quickest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configure                 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store IAM creds + region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command — list models (management plane):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22192"/>
            <a:ext cx="10908792" cy="515493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822192"/>
            <a:ext cx="54864" cy="515493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968496"/>
            <a:ext cx="10543032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bedrock list-foundation-models --by-provider Anthropic --region us-east-1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inference — converse (runtime plane):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28032"/>
            <a:ext cx="10908792" cy="888111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828032"/>
            <a:ext cx="54864" cy="888111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974336"/>
            <a:ext cx="10543032" cy="723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bedrock-runtime converse \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--model-id anthropic.claude-opus-4-7 \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--messages '[{"role":"user","content":[{"text":"Say hello"}]}]' --region us-east-1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1264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the split again: aws bedrock (manage) vs aws bedrock-runtime (run). Same mental model as the SDK.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HELLO, AND GROW IT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78408" y="269748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tiny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40233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the models. Get one to say hello. Then add one capability per slide until it is genuinely useful.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5120640"/>
            <a:ext cx="164592" cy="16459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Shape 6"/>
          <p:cNvSpPr/>
          <p:nvPr/>
        </p:nvSpPr>
        <p:spPr>
          <a:xfrm>
            <a:off x="1316736" y="512064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  <p:sp>
        <p:nvSpPr>
          <p:cNvPr id="9" name="Shape 7"/>
          <p:cNvSpPr/>
          <p:nvPr/>
        </p:nvSpPr>
        <p:spPr>
          <a:xfrm>
            <a:off x="1627632" y="512064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CLIMB, MIRRORED FROM THE AWS EXAMPLES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Basics → Actions → Scenarios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AWS's own SDK examples are organised as a ladder. We climb the same rungs — annotated, with TravelMind prompts.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10908792" cy="96012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715768"/>
            <a:ext cx="365760" cy="365760"/>
          </a:xfrm>
          <a:prstGeom prst="ellipse">
            <a:avLst/>
          </a:prstGeom>
          <a:solidFill>
            <a:srgbClr val="C2703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55117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Basics · Hello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2423160"/>
            <a:ext cx="4507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the models (control plane), then converse with one (runtime). You are connected.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445752" y="242316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deck, next slides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456432"/>
            <a:ext cx="10908792" cy="96012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749040"/>
            <a:ext cx="365760" cy="365760"/>
          </a:xfrm>
          <a:prstGeom prst="ellipse">
            <a:avLst/>
          </a:prstGeom>
          <a:solidFill>
            <a:srgbClr val="C2703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58444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3456432"/>
            <a:ext cx="4507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API calls: ListFoundationModels, GetFoundationModel. Discover and inspect.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445752" y="3456432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489704"/>
            <a:ext cx="10908792" cy="960120"/>
          </a:xfrm>
          <a:prstGeom prst="rect">
            <a:avLst/>
          </a:prstGeom>
          <a:solidFill>
            <a:srgbClr val="EEF1F5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78231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782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617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4489704"/>
            <a:ext cx="4507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calls combined: e.g. orchestrating prompt chains with Step Functions.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45752" y="4489704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glimpse today, build later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is Basics and Actions, with a look ahead at Scenarios. Day 5 is where Scenarios get real.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 BEDROCK · V0 — ARE WE CONNECTED?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 the models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040880" cy="1819656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54864" cy="1819656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9384"/>
            <a:ext cx="667512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boto3, json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MANAGEMENT client — it lists &amp; describes, it does NOT run a model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 = boto3.client("bedrock", region_name="us-east-1")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bedrock.list_foundation_models()   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 control-plane call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m in resp["modelSummaries"][:5]:      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first 5, to keep output short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print(m["modelId"], "|", m["providerName"])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0" y="178308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happening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0" y="2240280"/>
            <a:ext cx="359359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model is run — this is pure discovery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prompt, no tokens, no cost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this returns IDs, your credentials and region are correct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real AWS hello_bedrock.py, trimmed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50292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  </a:t>
            </a:r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it. See a list of model IDs? You are in. Empty or error? Fix region / credentials before anything else.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 BEDROCK · V0 — THE OUTPUT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should see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1260729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54864" cy="1260729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9384"/>
            <a:ext cx="10543032" cy="1096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anthropic.claude-opus-4-7        | Anthropic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anthropic.claude-sonnet-4-6      | Anthropic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amazon.nova-pro-v1:0             | Amazon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meta.llama3-1-70b-instruct-v1:0  | Meta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mistral.mistral-large-2407-v1:0  | Mistral AI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5271516" cy="1828800"/>
          </a:xfrm>
          <a:prstGeom prst="rect">
            <a:avLst/>
          </a:prstGeom>
          <a:solidFill>
            <a:srgbClr val="EFF4F0"/>
          </a:solidFill>
          <a:ln w="9525">
            <a:solidFill>
              <a:srgbClr val="C3D6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364992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749040"/>
            <a:ext cx="48143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authenticated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region has these models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modelId is the string you will pass to converse next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7356" y="3200400"/>
            <a:ext cx="5271516" cy="1828800"/>
          </a:xfrm>
          <a:prstGeom prst="rect">
            <a:avLst/>
          </a:prstGeom>
          <a:solidFill>
            <a:srgbClr val="FBF1EC"/>
          </a:solidFill>
          <a:ln w="9525">
            <a:solidFill>
              <a:srgbClr val="E3C7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5956" y="3364992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didn't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05956" y="3749040"/>
            <a:ext cx="48143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list → wrong region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ExpiredToken / no creds → set the bearer token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pause then timeout → network / proxy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one modelId from your own output. That exact string is what the next slide feeds to the model.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 BEDROCK · V1 — MAKE IT TALK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first inference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0908792" cy="2670962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37360"/>
            <a:ext cx="54864" cy="267096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883664"/>
            <a:ext cx="10543032" cy="2506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boto3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botocore.exceptions import ClientError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brt = boto3.client("bedrock-runtime", region_name="us-east-1")  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RUNTIME client now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MODEL_ID = "anthropic.claude-opus-4-7"  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base ID runs on-demand in us-east-1 (no profile yet)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 = [{"role": "user", "content": [{"text": "Say hello and name one thing Bedrock does."}]}]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brt.converse(modelId=MODEL_ID, messages=conversation,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inferenceConfig={"maxTokens": 200, "temperature": 0.5})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print(resp["output"]["message"]["content"][0]["text"])  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walk: output &gt; message &gt; content &gt; [0] &gt; text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(ClientError, Exception) as e: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print(f"ERROR: cannot invoke {MODEL_ID}. Reason: {e}")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leap: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 listed models; v1 sends a prompt and reads a reply. Same Converse call you will use for the rest of the course — content is always a list of blocks, never a bare string.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 BEDROCK · V1.1 — READ THE METER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response tells you its cost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1260729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54864" cy="1260729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9384"/>
            <a:ext cx="10543032" cy="1096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print(resp["usage"])    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{'inputTokens': .., 'outputTokens': .., 'totalTokens': ..}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print(resp["stopReason"])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'end_turn' | 'max_tokens' | 'tool_use' | ...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cost = inputTokens/1e6 * in_rate  +  outputTokens/1e6 * out_rate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(rates are per-model $/1M tokens — confirm current Bedrock pricing)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5271516" cy="178308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346704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703320"/>
            <a:ext cx="48143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EVERY response, not just billing. Read it from your very first call so cost is a number you watch — not a month-end surprise.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7356" y="3200400"/>
            <a:ext cx="5271516" cy="178308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5956" y="3346704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stopReason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05956" y="3703320"/>
            <a:ext cx="48143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generation ended. max_tokens means you were cut off — raise maxTokens. tool_use is the one that matters on Day 5.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  </a:t>
            </a:r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usage after your hello call. Note the token counts — you will recognise them in the Day 5 cost demo.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SPIRAL +1 · CONTROL THE BEHAVIOUR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system prompt and temperature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1819656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54864" cy="1819656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9384"/>
            <a:ext cx="10543032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= [{"text": "You are TravelMind's assistant. Be concise. Never invent prices."}]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brt.converse(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modelId=MODEL_ID,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system=SYSTEM,         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behavioural contract goes HERE, not in the user turn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messages=[{"role": "user", "content": [{"text": "Suggest a beach city in India."}]}],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inferenceConfig={"maxTokens": 150, "temperature": 0},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 = repeatable, ideal for tests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526280"/>
            <a:ext cx="10908792" cy="1371600"/>
          </a:xfrm>
          <a:prstGeom prst="rect">
            <a:avLst/>
          </a:prstGeom>
          <a:solidFill>
            <a:srgbClr val="EEF1F5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663440"/>
            <a:ext cx="10451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sets the rules for the whole conversation; the user message is just the request.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0 = same answer every run (parsing, extraction). Higher = more variety (brainstorming).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tiny additions, and the model now behaves the way your product needs.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SPIRAL +1 · REMEMBER THE CONVERSATION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Multi-turn is just a growing list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1819656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54864" cy="1819656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9384"/>
            <a:ext cx="10543032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 = [{"role": "user", "content": [{"text": "I want a 3-day trip."}]}]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 = brt.converse(modelId=MODEL_ID, messages=messages, inferenceConfig={"maxTokens": 200})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messages.append(r1["output"]["message"])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keep the model's reply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messages.append({"role": "user", "content": [{"text": "Make it budget-friendly."}]})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follow-up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 = brt.converse(modelId=MODEL_ID, messages=messages, inferenceConfig={"maxTokens": 200})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print(r2["output"]["message"]["content"][0]["text"])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526280"/>
            <a:ext cx="10908792" cy="1371600"/>
          </a:xfrm>
          <a:prstGeom prst="rect">
            <a:avLst/>
          </a:prstGeom>
          <a:solidFill>
            <a:srgbClr val="F3F6FA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663440"/>
            <a:ext cx="10451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Converse API is stateless — it remembers nothing on its own.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"Memory" is just this messages list that you keep appending to and resending.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must alternate user / assistant / user. Append the model's turn before your next one.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SPIRAL +1 · DON'T MAKE THEM WAIT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 the response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040880" cy="1894865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54864" cy="1894865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9384"/>
            <a:ext cx="6675120" cy="1730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 = brt.converse_stream(          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_stream instead of converse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modelId=MODEL_ID,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messages=[{"role":"user",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"content":[{"text":"Write a 2-line pitch for Goa."}]}],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inferenceConfig={"maxTokens": 200},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chunk in stream["stream"]:         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tokens arrive in pieces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"contentBlockDelta" in chunk: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print(chunk["contentBlockDelta"]["delta"]["text"], end="")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55280" y="178308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bother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0" y="2240280"/>
            <a:ext cx="359359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appears as it is generated — feels instant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inputs as converse; the output is an event stream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assemble the deltas yourself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for any user-facing chat UI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5120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  </a:t>
            </a:r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streaming version next to the plain one. The wait disappears.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SPIRAL +1 · SURVIVE THE REAL WORLD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it robust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1819656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54864" cy="1819656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9384"/>
            <a:ext cx="10543032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botocore.config import Config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brt = boto3.client("bedrock-runtime", region_name="us-east-1",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config=Config(retries={"max_attempts": 4, "mode": "adaptive"}))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backs off ThrottlingException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always set maxTokens        -&gt; an unbounded reply is an unbounded bill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wrap json.loads()           -&gt; the model WILL hand you broken JSON eventually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catch ClientError           -&gt; credentials, throttling, validation all surface here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526280"/>
            <a:ext cx="10908792" cy="1371600"/>
          </a:xfrm>
          <a:prstGeom prst="rect">
            <a:avLst/>
          </a:prstGeom>
          <a:solidFill>
            <a:srgbClr val="EEF1F5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663440"/>
            <a:ext cx="10451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habits separate a notebook that worked once from a service that works at 2 a.m.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retries handle the single most common runtime failure — throttling under load.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this is glamorous; all of it is the job.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SPIRAL +1 · THE ERROR EVERYONE HITS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inference-profile wall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a cheaper model for experiments, and the bare ID suddenly stops working: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10908792" cy="515493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48840"/>
            <a:ext cx="54864" cy="515493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295144"/>
            <a:ext cx="10543032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MODEL_ID = "anthropic.claude-haiku-4-5"   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try the cheap one...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10908792" cy="868680"/>
          </a:xfrm>
          <a:prstGeom prst="rect">
            <a:avLst/>
          </a:prstGeom>
          <a:solidFill>
            <a:srgbClr val="FBF1EC"/>
          </a:solidFill>
          <a:ln w="9525">
            <a:solidFill>
              <a:srgbClr val="E3C7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44368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A84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ValidationException: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43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Invocation of model ID anthropic.claude-haiku-4-5 with on-demand throughput isn't supported. Retry with the ID or ARN of an inference profile that contains this model.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 is a prefix — a cross-region inference profile: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908792" cy="515493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160520"/>
            <a:ext cx="54864" cy="515493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4306824"/>
            <a:ext cx="10543032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MODEL_ID = "us.anthropic.claude-haiku-4-5-20251001-v1:0"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us. / eu. / apac. / jp. / global.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07492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your bridge to Day 5.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4.7's base ID happened to work on-demand in us-east-1; most Claude models need the profile. Day 5 unpacks why and when.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· DISCOVER &amp; INSPECT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78408" y="269748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your models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40233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single API calls let you discover what is available and read the fine print — in code, not the console.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5120640"/>
            <a:ext cx="164592" cy="16459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Shape 6"/>
          <p:cNvSpPr/>
          <p:nvPr/>
        </p:nvSpPr>
        <p:spPr>
          <a:xfrm>
            <a:off x="1316736" y="512064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  <p:sp>
        <p:nvSpPr>
          <p:cNvPr id="9" name="Shape 7"/>
          <p:cNvSpPr/>
          <p:nvPr/>
        </p:nvSpPr>
        <p:spPr>
          <a:xfrm>
            <a:off x="1627632" y="512064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· LISTFOUNDATIONMODELS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 models in code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1633347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54864" cy="1633347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9384"/>
            <a:ext cx="10543032" cy="1468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 = boto3.client("bedrock", region_name="us-east-1")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management client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 = bedrock.list_foundation_models()["modelSummaries"]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= [m for m in models if m["providerName"] == "Anthropic"]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 to one provider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m in claude: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print(m["modelId"], "-&gt;", m["inferenceTypesSupported"])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ON_DEMAND? or INFERENCE_PROFILE?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10908792" cy="1508760"/>
          </a:xfrm>
          <a:prstGeom prst="rect">
            <a:avLst/>
          </a:prstGeom>
          <a:solidFill>
            <a:srgbClr val="EEF1F5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572000"/>
            <a:ext cx="104515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call as Hello v0 — now you filter and read fields instead of dumping everything.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inferenceTypesSupported is the field that tells you whether the bare ID works or you need a profile.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in a script that has to pick a model that actually exists in the current region.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· GETFOUNDATIONMODEL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Inspect one model's fine print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040880" cy="1894865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54864" cy="1894865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9384"/>
            <a:ext cx="6675120" cy="1730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details = bedrock.get_foundation_model(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modelIdentifier="anthropic.claude-haiku-4-5"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)["modelDetails"]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print(details["modelName"], details["providerName"])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print("input :", details["inputModalities"])   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['TEXT','IMAGE']?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print("output:", details["outputModalities"])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print("inference:", details["inferenceTypesSupported"])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print("stream:", details.get("responseStreamingSupported"))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55280" y="178308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payoff field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0" y="221284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7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inferenceTypesSupported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955280" y="2514600"/>
            <a:ext cx="3593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the slide-22 question programmatically. If it lists ON_DEMAND you can use the bare ID; if not, you need the us. inference profile.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55280" y="3794760"/>
            <a:ext cx="3593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check inputModalities before sending an image to a text-only model.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5120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  </a:t>
            </a:r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Get on the model your Hello call used. Confirm it supports ON_DEMAND.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ONES YOU WILL ACTUALLY REACH FOR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at a glance</a:t>
            </a:r>
            <a:endParaRPr lang="en-US" sz="3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  <a:gridCol w="341071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Reach for it when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Opus 4.7 / 4.8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anthropic.claude-opus-4-7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hardest reasoning, deep analysis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Sonnet 4.6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anthropic.claude-sonnet-4-6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balanced default for most work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Haiku 4.5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anthropic.claude-haiku-4-5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cheap, fast, high volume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114800"/>
            <a:ext cx="10908792" cy="914400"/>
          </a:xfrm>
          <a:prstGeom prst="rect">
            <a:avLst/>
          </a:prstGeom>
          <a:solidFill>
            <a:srgbClr val="EEF1F5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224528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models, one API.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Nova, Meta Llama, Mistral, DeepSeek, Qwen, Cohere, Stability and more sit behind the same Converse call. Swap modelId, no rewrite.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Reminder: most of these need the us. (or eu. / apac. / global.) inference profile for on-demand calls.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· OTHER DOORS + SAFETY NETS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78408" y="269748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rest of the map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40233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other ways to call a model, a CLI card, and the errors you will hit — so nothing surprises you.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5120640"/>
            <a:ext cx="164592" cy="16459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Shape 6"/>
          <p:cNvSpPr/>
          <p:nvPr/>
        </p:nvSpPr>
        <p:spPr>
          <a:xfrm>
            <a:off x="1316736" y="512064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  <p:sp>
        <p:nvSpPr>
          <p:cNvPr id="9" name="Shape 7"/>
          <p:cNvSpPr/>
          <p:nvPr/>
        </p:nvSpPr>
        <p:spPr>
          <a:xfrm>
            <a:off x="1627632" y="512064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YOU RECOGNISE THEM IN THE WILD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ways to call a model</a:t>
            </a:r>
            <a:endParaRPr lang="en-US" sz="3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523951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Reach for it when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Converse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unified Bedrock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 — one shape across every 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Invoke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provider-native raw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 need a feature Converse hasn't exposed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Messages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Anthropic-native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 already write Claude code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Chat Completions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OpenAI-compatible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 already write OpenAI chat code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Responses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OpenAI-compatible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OpenAI's newer agentic / stateful style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4406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this course: Converse.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model-agnostic, supports tools and guardrails, and is the foundation of the Day 5 build. The others exist so existing codebases can point at Bedrock with minimal change.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INVOKE · ONCE, SO YOU KNOW WHY CONVERSE IS NICER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provider-native door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2130552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54864" cy="213055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9384"/>
            <a:ext cx="105430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brt.invoke_model(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modelId="anthropic.claude-opus-4-7",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body=json.dumps({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"anthropic_version": "bedrock-2023-05-31",  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provider-specific envelope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"messages": [{"role": "user", "content": "Hello from Invoke"}],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"max_tokens": 200,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print(json.loads(resp["body"].read())["content"][0]["text"])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846320"/>
            <a:ext cx="10908792" cy="1097280"/>
          </a:xfrm>
          <a:prstGeom prst="rect">
            <a:avLst/>
          </a:prstGeom>
          <a:solidFill>
            <a:srgbClr val="EEF1F5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983480"/>
            <a:ext cx="10451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the raw, Anthropic-specific body and the anthropic_version envelope — different for every provider.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Converse hides exactly this. Switch a model under Invoke and you rewrite the body; under Converse you change one string.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TEAMS WITH EXISTING CODE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 your own SDK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have OpenAI or Anthropic code? Re-point the base URL at Bedrock. Same key, same shapes.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Messages (native)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496312"/>
            <a:ext cx="10908792" cy="1229868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496312"/>
            <a:ext cx="54864" cy="1229868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642616"/>
            <a:ext cx="10543032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ANTHROPIC_BASE_URL = https://bedrock-mantle.&lt;region&gt;.api.aws/anthropic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anthropic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anthropic.Anthropic()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client.messages.create(model="anthropic.claude-opus-4-7", max_tokens=512,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messages=[{"role": "user", "content": "Hi"}])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2519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OpenAI-compatible (Chat Completions)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53712"/>
            <a:ext cx="10908792" cy="1049731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553712"/>
            <a:ext cx="54864" cy="1049731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4700016"/>
            <a:ext cx="10543032" cy="885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OPENAI_BASE_URL = https://bedrock-mantle.&lt;region&gt;.api.aws/v1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openai import OpenAI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OpenAI().chat.completions.create(model="openai.gpt-oss-120b",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messages=[{"role": "user", "content": "Hi"}])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59893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Lowest-friction migration: existing app keeps its SDK, just talks to Bedrock instead.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THIS ONE OPEN IN A TERMINAL TAB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 quick reference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plane — aws bedrock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30552"/>
            <a:ext cx="10908792" cy="689458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30552"/>
            <a:ext cx="54864" cy="689458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276856"/>
            <a:ext cx="10543032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bedrock list-foundation-models --by-provider Anthropic --region us-east-1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bedrock get-foundation-model --model-identifier anthropic.claude-haiku-4-5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plane — aws bedrock-runtime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10908792" cy="1049731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502152"/>
            <a:ext cx="54864" cy="1049731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648456"/>
            <a:ext cx="10543032" cy="885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bedrock-runtime converse \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--model-id anthropic.claude-opus-4-7 \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--messages '[{"role":"user","content":[{"text":"Say hello"}]}]' \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--inference-config '{"maxTokens":200,"temperature":0.5}' --region us-east-1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5029200"/>
            <a:ext cx="10908792" cy="914400"/>
          </a:xfrm>
          <a:prstGeom prst="rect">
            <a:avLst/>
          </a:prstGeom>
          <a:solidFill>
            <a:srgbClr val="EEF1F5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138928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two planes as the SDK.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 is perfect for a 10-second smoke test before you write any Python — and for CI checks that your credentials and region still work.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THE BLIND SPOTS BEFORE THEY COST YOU AN HOUR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errors → fixes</a:t>
            </a:r>
            <a:endParaRPr lang="en-US" sz="3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3291840"/>
                <a:gridCol w="3319272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 see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on-demand throughput isn't supported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needs an inference profile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the us. / eu. / apac. prefix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could not connect / model not found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wrong region for that model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the model card's regions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ExpiredToken / Unable to locate credentials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auth set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 AWS_BEARER_TOKEN_BEDROCK or aws configure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AccessDeniedException on a Claude model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usage form not accepted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accept it once in the console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ThrottlingException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 many requests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adaptive retries + backoff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json.JSONDecodeError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returned prose / code fences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wrap json.loads; say "no code fences"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this. The first row is the one you will meet most — and Day 5 spends real time on it.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WORDS, IN ONE PLACE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Mental-model recap</a:t>
            </a:r>
            <a:endParaRPr lang="en-US" sz="3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25119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one 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bedrock (client)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management plane — list &amp; describe models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bedrock-runtime (client)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inference plane — actually run models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Foundation model (FM)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pre-trained model you call by modelId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Inference profile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routing wrapper; the us. prefix that makes on-demand work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Converse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unified call: system, messages, tools, guardrails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tokens / usage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you are billed on; on every response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temperature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randomness dial; 0 = repeatable, higher = varied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stopReason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output ended; tool_use is the agent trigger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THIS BEFORE DAY 5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Pre-flight checklist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837944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short-term API key in the Bedrock console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532888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2496312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install boto3  in a fresh virtual environment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191256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91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3154680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AWS_BEARER_TOKEN_BEDROCK  (and pick a region)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384962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49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3813048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Hello v0 — list the models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4507992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507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15568" y="4471416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Hello v1 — converse, and print usage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40080" y="5257800"/>
            <a:ext cx="10908792" cy="868680"/>
          </a:xfrm>
          <a:prstGeom prst="rect">
            <a:avLst/>
          </a:prstGeom>
          <a:solidFill>
            <a:srgbClr val="F3F6FA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367528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those five work, Day 5 is easy.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already connect and run a model. Day 5 turns this one call into a workflow (forced-JSON pipeline) and an agent (tool loop) — same client, same Converse API.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Pre-Wave 5 — Easing into Amazon Bedrock</dc:title>
  <dc:subject>PptxGenJS Presentation</dc:subject>
  <dc:creator>Akash Das</dc:creator>
  <cp:lastModifiedBy>Akash Das</cp:lastModifiedBy>
  <cp:revision>1</cp:revision>
  <dcterms:created xsi:type="dcterms:W3CDTF">2026-05-29T04:38:20Z</dcterms:created>
  <dcterms:modified xsi:type="dcterms:W3CDTF">2026-05-29T04:38:20Z</dcterms:modified>
</cp:coreProperties>
</file>