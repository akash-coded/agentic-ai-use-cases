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9264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188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Memory, Multi-Agent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Production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that forgets isn't a product. Today: give it a memory, build teams of agents that hand off work, and ship the whole thing to a managed runtime.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1.x  ·  Amazon Bedrock AgentCore  ·  verified against strandsagents.com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single agent to a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gave you the unit.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own: model + prompt + tools, running an open, debuggable loop.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resets every run.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process and the conversation is gone. It works alone and stays on one machine.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4114800"/>
            <a:ext cx="3381146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4114800"/>
            <a:ext cx="64008" cy="1874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2611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45171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882896"/>
            <a:ext cx="292394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within a turn, across turns, and across sessions and users.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5274" y="4114800"/>
            <a:ext cx="3381146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5274" y="4114800"/>
            <a:ext cx="64008" cy="1874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42611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43018" y="45171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3018" y="4882896"/>
            <a:ext cx="292394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work across specialists that hand off data to each other.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3621" y="4114800"/>
            <a:ext cx="3381146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3621" y="4114800"/>
            <a:ext cx="64008" cy="1874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481365" y="42611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81365" y="45171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81365" y="4882896"/>
            <a:ext cx="292394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AgentCore: serverless, isolated, observable, scalable.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 ·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MEMORY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the agent a past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from the few seconds of a single turn to facts you keep about a user for months.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 of memory in Strands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33856" y="1783080"/>
            <a:ext cx="8113471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83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47488" y="1783080"/>
            <a:ext cx="4090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agent.messages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live turn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30207" y="1929384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9430207" y="1929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33856" y="2606040"/>
            <a:ext cx="81134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606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manager 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7488" y="2606040"/>
            <a:ext cx="4090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history inside the context window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30207" y="2752344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9430207" y="2752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33856" y="3429000"/>
            <a:ext cx="8113471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4290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 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429000"/>
            <a:ext cx="4090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store, hidden from the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30207" y="3575304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9430207" y="3575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 (or saved)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38912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33856" y="4251960"/>
            <a:ext cx="81134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251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  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4251960"/>
            <a:ext cx="4090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messages + state to file or S3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30207" y="4398264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9430207" y="4398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restarts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21208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33856" y="5074920"/>
            <a:ext cx="8113471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5074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  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47488" y="5074920"/>
            <a:ext cx="4090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short- and long-term memory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30207" y="5221224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9430207" y="5221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 &amp; users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59161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 ·  short-term  →  durable  ·  long-term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4 ·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CONVERSATION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turn the agent is living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7512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are just a list you can read and seed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34593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agent("My name is Akash.")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agent("What's my name?")     # -&gt; "Akash"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print(agent.messages)   # full user/assistant log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seed context by pre-filling history: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Agent(messages=[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 "user",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"content": [{"text": "I prefer metric units."}]},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07808" y="1783080"/>
            <a:ext cx="4016959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within a run.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appends to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agent.messages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model sees the whole thread.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plain list of role + content. Print it, log it, assert on it in tests.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Seedable.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it to start an agent mid-conversation or inject standing facts.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5349240"/>
            <a:ext cx="11057839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5349240"/>
            <a:ext cx="64008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5495544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memory dies with the process. Everything below exists to make the right parts of it survive.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5 ·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CONVERSATION MANAGERS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history inside the context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81146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2468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NullConversationManager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51176"/>
            <a:ext cx="292394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message, untouched.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short tasks. Will eventually overflow the window.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5274" y="1783080"/>
            <a:ext cx="3381146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5274" y="1783080"/>
            <a:ext cx="64008" cy="2468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3018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SlidingWindow…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3018" y="2551176"/>
            <a:ext cx="292394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most recent N messages.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oldest, cleans dangling tool pairs, trims on overflow.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if you set nothing.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3621" y="1783080"/>
            <a:ext cx="3381146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3621" y="1783080"/>
            <a:ext cx="64008" cy="2468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481365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81365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Summarizing…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1365" y="2551176"/>
            <a:ext cx="292394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overflow, summarizes older turns into one note and keeps recent ones verbatim.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gist of long chats.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526280"/>
            <a:ext cx="11057839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" y="4581144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one explicitly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837176"/>
            <a:ext cx="107286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strands.agent.conversation_manager import SlidingWindowConversationManager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Agent(conversation_manager=SlidingWindowConversationManager(window_size=20))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6 ·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THE TWO YOU'LL ACTUALLY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Sliding window vs summarizing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keeps a count.  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window_size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 messages. Cheap, predictable, lossy - old turns just vanish.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tool pairs.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cut a toolUse from its toolResult; trims large tool results before whole messages (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should_truncate_results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keeps the gist. 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window would overflow, it compresses old turns into a summary message, keeping recent ones intact.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thumb. 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stateless tasks -&gt; sliding. Long advisory chats where early context matters -&gt; summarizing.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10528" y="1783080"/>
            <a:ext cx="5114239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0256" y="1837944"/>
            <a:ext cx="48399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summarizing manager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0" y="2093976"/>
            <a:ext cx="4785055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strands.agent.conversation_manager \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SummarizingConversationManager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conversation_manager=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SummarizingConversationManager(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summary_ratio=0.3,        # how much to fold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preserve_recent_messages=10),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10528" y="4709160"/>
            <a:ext cx="5114239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4709160"/>
            <a:ext cx="64008" cy="12801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748272" y="4855464"/>
            <a:ext cx="4702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SHARP EDGE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48272" y="5111496"/>
            <a:ext cx="465703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structured output, summarization can hit "a conversation must start with a user message" on overflow. Cap context growth or pin the window - see troubleshooting.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7 ·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AGENT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the model never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key-value state, read by your tools - not the LLM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43737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Agent(state={"cart": [], "tier": "gold"})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agent.state.set("cart", ["SKU-19"])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print(agent.state.get("cart"))   # ['SKU-19']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add_item(sku: str,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tool_context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tools read/write state via tool_context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 = tool_context.agent.state.get("cart")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cart.append(sku)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tool_context.agent.state.set("cart", cart)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f"{len(cart)} items"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99248" y="1783080"/>
            <a:ext cx="392551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prompt.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never sent to the model. No token cost, no leaking secrets into context.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reach it.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parameter 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tool_context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SDK injects the agent, so tools read/write state.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JSON-able.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numbers, lists, dicts. It rides along when you persist a session.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state is its own. Sharing across agents is a multi-agent concern (next).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8 ·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Survive a restart - file or S3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 a session manager - persistence is automatic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528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strands.session.file_session_manager \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FileSessionManager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="assistant",          # REQUIRED with sessions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session_manager=FileSessionManager(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session_id="user-akash-001",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storage_dir="./sessions"))    # default: /tmp/strands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agent("Remember I fly window seats.")  # saved to disk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90688" y="1783080"/>
            <a:ext cx="383407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save/load calls.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and state change is persisted through lifecycle hooks.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on init.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 with the same 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 picks up where it left off.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`agent_id` is mandatory.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key that separates agents inside one session. Omit it -&gt; ValueError.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5312664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to cloud storage for production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5568696"/>
            <a:ext cx="107286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strands.session.s3_session_manager import S3SessionManager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Agent(agent_id="assistant", session_manager=S3SessionManager(session_id="u-001", bucket="my-sessions"))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9 ·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SEE IT WORK, THEN MIND THE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runs, one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40080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twice - the second run remembers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0716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1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Agent(agent_id="asst",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session_manager=FileSessionManager("s1"))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a("My name is Akash.")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2 - new process, same session_id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Agent(agent_id="asst",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session_manager=FileSessionManager("s1"))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b("What's my name?")        # -&gt; "Akash"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33488" y="1783080"/>
            <a:ext cx="4291279" cy="2743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33488" y="1783080"/>
            <a:ext cx="64008" cy="2743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571232" y="1929384"/>
            <a:ext cx="3879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GOTCHA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71232" y="2185416"/>
            <a:ext cx="3879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FileSessionManager has no locking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71232" y="2843784"/>
            <a:ext cx="3834079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requests writing the same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once can corrupt the JSON. It reads, appends, and rewrites the whole file with no coordination.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709160"/>
            <a:ext cx="11057839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70916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85546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5111496"/>
            <a:ext cx="1060063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dev is safe. For a concurrent API: use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S3SessionManager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(atomic writes), or serialize requests per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API layer, or back sessions with a database via a custom SessionRepository.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10 ·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AGENTCORE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memory that learns across sessions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 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persistence within a session, fully managed.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 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preferences extracted and recalled across sessions and users.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61888" y="1783080"/>
            <a:ext cx="5662879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61888" y="178308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199632" y="1929384"/>
            <a:ext cx="5251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99632" y="2185416"/>
            <a:ext cx="5251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summaryMemoryStrategy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9632" y="2551176"/>
            <a:ext cx="5205679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summaries of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61888" y="2743200"/>
            <a:ext cx="5662879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274320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889504"/>
            <a:ext cx="5251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99632" y="3145536"/>
            <a:ext cx="5251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userPreferenceMemoryStrategy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3511296"/>
            <a:ext cx="5205679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and stores preferences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61888" y="3703320"/>
            <a:ext cx="5662879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61888" y="370332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3849624"/>
            <a:ext cx="5251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9632" y="4105656"/>
            <a:ext cx="5251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semanticMemoryStrategy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4471416"/>
            <a:ext cx="5205679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recalls facts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" y="38953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a session manager too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151376"/>
            <a:ext cx="48828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bedrock_agentcore.memory.integrations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.strands.session_manager import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AgentCoreMemorySessionManager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session_manager=AgentCoreMemorySessionManager(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 ...))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61888" y="4709160"/>
            <a:ext cx="5662879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61888" y="4709160"/>
            <a:ext cx="64008" cy="1280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4855464"/>
            <a:ext cx="5251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5111496"/>
            <a:ext cx="52056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memory resource once (console or a setup script), then reference its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memory_id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Same Agent API - the storage just got smarter.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11 ·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memory layer for which need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566160"/>
                <a:gridCol w="364845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need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Coherence within one 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history (default)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automatic - nothing to add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chats that overflow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or Summarizing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Bounds tokens, keeps it 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tools share, hidden from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state + tool_context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token cost, no prompt leakage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after a restart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FileSessionManager (dev)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Auto-persist to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users in 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S3SessionManager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Atomic, safe concurrent writes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facts across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Memory (LTM)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long-term strategies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12 ·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that hand off work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cohort asks: how does one agent pass data to another? Strands gives you five answers.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PATTERNS, ONE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control and data flow between agents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3648456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decides the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data is handed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it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as Tools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(you)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string in, text answer out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manager + specialists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agents (emergent)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handoff_to_agent + shared context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isn't known up front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you define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node's output feeds the next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repeatable flow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dependencies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outputs feed dependent tasks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pipeline as one tool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processes / orgs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Card + JSON-RPC over HTTP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on different machines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and cheap on tokens: Agents-as-Tools, Graph, Workflow. Token-heavier but flexible: Swarm. Networked: A2A.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14 ·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· AGENTS AS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orchestrator that calls specialists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 specialists, expose them to a router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25449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flight_expert(query: str) -&gt; str: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"""Answer flight booking questions."""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str(Agent(system_prompt="Flights only.",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tools=[search_flights])(query))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hotel_expert(query: str) -&gt; str: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"""Answer hotel questions."""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str(Agent(tools=[search_hotels])(query))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 = Agent(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tools=[flight_expert, hotel_expert])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orchestrator("Book a trip to Tokyo.")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16368" y="1783080"/>
            <a:ext cx="4108399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1783080"/>
            <a:ext cx="64008" cy="228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192938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54112" y="2185416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string in, a string 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54112" y="2843784"/>
            <a:ext cx="365119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calls a specialist like any tool: it passes a request string and reads back the specialist's text answer. The sub-agent runs its own private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16368" y="4206240"/>
            <a:ext cx="4108399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420624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754112" y="435254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54112" y="4608576"/>
            <a:ext cx="365119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manager and the specialists up front. Cheapest on tokens - routing is just tool calls.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15 ·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· SWARM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that hand off to each other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self-organizing team, no central router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25449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strands.multiagent import Swarm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= Agent(name="researcher",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description="Gathers facts.", tools=[web_search])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Agent(name="writer",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description="Writes the final post.")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 = Swarm([researcher, writer],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entry_point=researcher,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repetitive_handoff_detection_window=8)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swarm("Research and write on agentic AI.")</a:t>
            </a:r>
            <a:pPr indent="0" marL="0">
              <a:lnSpc>
                <a:spcPct val="112000"/>
              </a:lnSpc>
              <a:buNone/>
            </a:pP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516368" y="1783080"/>
            <a:ext cx="4108399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1783080"/>
            <a:ext cx="64008" cy="228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192938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54112" y="2185416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handoff_to_agent + shared context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54112" y="2843784"/>
            <a:ext cx="365119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a built-in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handoff_to_agent(name, message, context)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tool. A mutable shared context accumulates across the team, so the next agent sees the message, the original task, and everything prior.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16368" y="4206240"/>
            <a:ext cx="4108399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420624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754112" y="435254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54112" y="4608576"/>
            <a:ext cx="365119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emergent - you don't know in advance who needs to act, or in what order. Great for research and triage.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16 ·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·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wiring diagram you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edges between agent nodes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25449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strands.multiagent import GraphBuilder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GraphBuilder()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b.add_node(researcher, "research")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b.add_node(fact_checker, "verify")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b.add_node(writer, "write")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b.add_edge("research", "verify")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b.add_edge("verify", "write")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b.build()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graph("Report on Q3 sales.")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16368" y="1783080"/>
            <a:ext cx="4108399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1783080"/>
            <a:ext cx="64008" cy="228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192938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54112" y="2185416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flow along the edges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54112" y="2843784"/>
            <a:ext cx="365119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handoff tool. Strands automatically builds each node's input from the outputs of the nodes pointing into it. Data flows exactly where your edges say - nowhere else.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16368" y="4206240"/>
            <a:ext cx="4108399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420624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754112" y="435254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54112" y="4608576"/>
            <a:ext cx="365119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fixed, repeatable pipeline and auditability. Edges can be conditional, giving decision-tree behavior.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17 ·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·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fixed pipeline packaged as one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is a ready-made tool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25449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workflow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Agent(tools=[workflow])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agent("""Create a workflow: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extract figures from the report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analyze trends   (after 1)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draft summary    (after 2)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independent steps in parallel.""")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16368" y="1783080"/>
            <a:ext cx="4108399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1783080"/>
            <a:ext cx="64008" cy="1508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192938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54112" y="2185416"/>
            <a:ext cx="3651199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task's output is captured and passed to the tasks that depend on it. Independent tasks run in parallel.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16368" y="3429000"/>
            <a:ext cx="4108399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342900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7754112" y="357530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 GRAPH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54112" y="3831336"/>
            <a:ext cx="365119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is a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strands-agents-tools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that operates on tasks. Graph is a native SDK orchestrator that operates on agents. Same idea, different grain.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120640"/>
            <a:ext cx="65836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512064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266944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5522976"/>
            <a:ext cx="6126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standard, repeatable process (a data pipeline, an onboarding flow) you want an agent to trigger as a single reliable action.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18 ·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· AGENT-TO-AGENT (A2A)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on different machines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 one agent, consume it from another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25449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server.py : expose an agent over HTTP ---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strands.multiagent.a2a import A2AServer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Agent(name="Calculator",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description="Does arithmetic.")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A2AServer(agent=a, port=9000).serve()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Card at /.well-known/agent.json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client.py : another agent uses it ---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strands_tools.a2a_client \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A2AClientToolProvider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 = A2AClientToolProvider(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known_agent_urls=["http://localhost:9000"])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Agent(tools=prov.tools)("What is 12*34?")</a:t>
            </a:r>
            <a:pPr indent="0" marL="0">
              <a:lnSpc>
                <a:spcPct val="112000"/>
              </a:lnSpc>
              <a:buNone/>
            </a:pP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7516368" y="1783080"/>
            <a:ext cx="4108399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1783080"/>
            <a:ext cx="64008" cy="228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192938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54112" y="2185416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Card + JSON-RPC over HTTP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54112" y="2843784"/>
            <a:ext cx="365119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publishes an Agent Card describing its skills. The client discovers it and sends requests as JSON-RPC over the network. The only pattern that crosses process or org boundaries.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16368" y="4206240"/>
            <a:ext cx="4108399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420624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754112" y="4352544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54112" y="4608576"/>
            <a:ext cx="365119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owned by different teams, written in different stacks, or must stay in separate deployments.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19 ·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THINGS YOU'LL WANT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config, and mixing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40080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invocation_state: share data WITHOUT showing the LLM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0716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= {"user_id": "u-001",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"db": connection, "debug": True}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graph("Analyze the account.",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invocation_state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=shared)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node/agent can read it; the model can't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33488" y="1783080"/>
            <a:ext cx="4291279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33488" y="1783080"/>
            <a:ext cx="64008" cy="2468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571232" y="1929384"/>
            <a:ext cx="3879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CHANNELS, ON 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71232" y="2185416"/>
            <a:ext cx="3834079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/ edges = data the model should reason about.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invocation_state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config, IDs, and connections it shouldn't see.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and handles out of the prompt.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434840"/>
            <a:ext cx="530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43484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5811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NEST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4837176"/>
            <a:ext cx="4843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Swarm can be one node inside a Graph. A Graph can call a remote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A2AAgent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node. Compose them - don't force one pattern to do everything.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4448" y="4434840"/>
            <a:ext cx="530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4434840"/>
            <a:ext cx="64008" cy="1554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6562192" y="45811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2192" y="4837176"/>
            <a:ext cx="4843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Builder's "multi-agent collaboration" was a console toggle. Here, handoff and orchestration are code you can read, test, and version.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20 ·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it to AgentCore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is not production. Amazon Bedrock AgentCore runs your agent as a managed, serverless service.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`python agent.py` to a real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doesn't scale or stay up.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 need isolation per user, autoscaling, identity, and observability.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is the managed runtime.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framework-agnostic (Strands, LangGraph, CrewAI), built for agent workloads.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agents actually run.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session isolation, fast cold starts, runs up to 8 hours, multi-modal payloads.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your code.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Strands agent deploys unchanged - you wrap it, you don't rewrite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93408" y="2011680"/>
            <a:ext cx="4931359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01168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agent.py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one user, no uptime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30488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693408" y="3611880"/>
            <a:ext cx="4931359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361188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· isolated · scaled · observed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22 ·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is more than a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64008" cy="1600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2082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8658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 with session isolation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2828" y="187452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2828" y="187452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660572" y="202082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0572" y="238658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short- and long-term memory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87452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87452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6472" y="202082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6472" y="238658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APIs and Lambdas into agent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627" y="187452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627" y="187452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371" y="202082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371" y="238658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to AWS and third parties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88620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88620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03250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39826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and metrics via CloudWatch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2828" y="388620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2828" y="388620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3660572" y="403250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60572" y="439826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8728" y="388620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728" y="3886200"/>
            <a:ext cx="64008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6516472" y="403250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6472" y="439826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headless browsing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34627" y="3886200"/>
            <a:ext cx="24901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34627" y="3886200"/>
            <a:ext cx="64008" cy="1600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9372371" y="403250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Import-Agent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72371" y="4398264"/>
            <a:ext cx="20329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Bedrock agents to Strands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+ Memory are your day-one essentials. Import-Agent is your bridge from Agent Builder (next slide).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23 ·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TWO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the agent, then ship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40080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wrap with the AgentCore SDK (agent.py)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07161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bedrock_agentcore.runtime \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BedrockAgentCoreApp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invoke(payload, context):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agent(payload.get("prompt"))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{"result": result.message}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33488" y="1783080"/>
            <a:ext cx="4291279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43216" y="1837944"/>
            <a:ext cx="4016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test locally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2093976"/>
            <a:ext cx="3962095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localhost:8080/invocations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'{"prompt":"hi"}'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33488" y="3703320"/>
            <a:ext cx="4291279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43216" y="3758184"/>
            <a:ext cx="4016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deploy (starter toolkit)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4014216"/>
            <a:ext cx="396209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configure -e agent.py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launch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invoke '{"prompt":"hi"}'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5166360"/>
            <a:ext cx="11057839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516636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31266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STEP DOES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" y="5568696"/>
            <a:ext cx="1060063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a Dockerfile + IAM role ·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the image and creates the runtime ·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it. Config lands in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bedrock_agentcore.yaml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(Newer projects: the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@aws/agentcore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CLI.)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24 ·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SIDE &amp; THE BRIDGE 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Set-up, migration, and production hygiene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30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AWS console: 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Claude Sonnet 4 (Model access), confirm IAM has bedrock:InvokeModel + …WithResponseStream, and turn on CloudWatch Transaction Search for traces.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auto-creates the rest. 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role, ECR repo, and container image are built for you on launch.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region us-west-2. 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to where your model access lives.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24448" y="1783080"/>
            <a:ext cx="530032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4448" y="1783080"/>
            <a:ext cx="64008" cy="1828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56219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THROWBACK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62192" y="2185416"/>
            <a:ext cx="488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Agent Builder agent across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62192" y="2843784"/>
            <a:ext cx="484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import-agent --agent-id … --target-platform strands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an existing Bedrock agent into Strands code and wires in AgentCore primitives. Your weeks 1-7 work isn't thrown away.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4448" y="3749040"/>
            <a:ext cx="53003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3749040"/>
            <a:ext cx="64008" cy="2194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562192" y="38953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PRODUCTION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62192" y="4151376"/>
            <a:ext cx="4843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never hard-coded keys.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region or secrets - read from env/identity.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permissions per agent.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+ backoff + guardrails on every model call.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wired in (CloudWatch / OTEL).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25 ·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 &amp; troubleshooting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an agent on purpose - and how to fix the failures you'll actually see in class and in prod.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PURPOSE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Design Canvas + tool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55117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agent for? One job, stated plainly.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5274" y="178308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5274" y="178308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3018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3018" y="255117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reasoning, cheap for routing. Mix freely.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43621" y="178308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3621" y="178308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481365" y="192938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81365" y="218541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1365" y="255117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it can take. Each one earns its place.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0040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3467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36027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396849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five layers does this job need?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5274" y="320040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5274" y="320040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643018" y="33467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3018" y="36027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3018" y="396849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refuse, limits, Bedrock Guardrails.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43621" y="3200400"/>
            <a:ext cx="3381146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3621" y="320040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8481365" y="334670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81365" y="360273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81365" y="3968496"/>
            <a:ext cx="2923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it's working? Metrics + traces.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709160"/>
            <a:ext cx="11057839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709160"/>
            <a:ext cx="64008" cy="1280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85546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- THREE RULES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" y="5111496"/>
            <a:ext cx="1060063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docstring for the model, not for humans - it's the spec. · One tool, one responsibility. · Always type-hint args and return; the types become the contract the model fills in.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27 ·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pattern, pick a memory, ship safely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2286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MULTI-AGENT PATTERN?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48431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path, one boss -&gt; Agents as Tools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auditable pipeline -&gt; Graph / Workflow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Emergent, exploratory -&gt; Swarm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teams or machines -&gt; A2A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1783080"/>
            <a:ext cx="53003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783080"/>
            <a:ext cx="64008" cy="2286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56219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MEMORY LAYER?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62192" y="2185416"/>
            <a:ext cx="48431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-&gt; history (default)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chat -&gt; sliding / summarizing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Tool-only data -&gt; agent state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restart -&gt; sessions (S3 in prod)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 -&gt; AgentCore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51960"/>
            <a:ext cx="11057839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251960"/>
            <a:ext cx="64008" cy="1737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39826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PROD CHECKLIST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4654296"/>
            <a:ext cx="10600639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profile prefix (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on the model id. · IAM roles, not keys. · Retries + backoff + guardrails. · S3 or DB-backed sessions. · Observability on (CloudWatch / OTEL). · Costs watched via metrics. · Evals before you ship.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28 ·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BREAKS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failures you'll actually hit - and the fix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428853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ThrottlingException: too many tokens/requests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rate limits under load (your classroom)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 + retries, fewer tokens, space calls, watch CloudWatch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"on-demand throughput isn't supported"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needs a cross-region inference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us. / global. / eu. prefix on the model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ValidationException: thinking.signature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passed between different model families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drop_reasoning=True on the BedrockModel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"conversation must start with a user message"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Summarizing manager + structured output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context growth or pin a sliding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ValidationException: empty toolResult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returned no content; strict models reject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non-empty result (a status string)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session 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FileSessionManager concurrent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S3SessionManager or per-session locking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live in strands.types.exceptions (ModelThrottledException, ContextWindowOverflowException, …) - catch and handle them.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ADVANCED   · 29 ·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680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HERO · DONE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build it, remember with it, scale it, and ship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381146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10312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2311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633472"/>
            <a:ext cx="30153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→ managers → state → sessions → AgentCore Memory.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5274" y="2103120"/>
            <a:ext cx="3381146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405274" y="210312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06442" y="22311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6442" y="2633472"/>
            <a:ext cx="30153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Swarm, Graph, Workflow, A2A - and how each hands off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43621" y="2103120"/>
            <a:ext cx="3381146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3621" y="210312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44789" y="22311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4789" y="2633472"/>
            <a:ext cx="30153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BedrockAgentCoreApp, deploy, import your old agents.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245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TravelMind agent: add a session so it remembers the traveler, split it into a flight + hotel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wrap it in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BedrockAgentCoreApp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deploy.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5046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strandsagents.com/docs   ·   github.com/strands-agents   ·   AgentCore: aws.amazon.com/bedrock/agentcore   ·   samples: github.com/strands-agents/samples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current Strands 1.x docs. APIs move fast - check the docs when a signature looks off.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Agents - Advanced</dc:title>
  <dc:subject>PptxGenJS Presentation</dc:subject>
  <dc:creator>Akash Das</dc:creator>
  <cp:lastModifiedBy>Akash Das</cp:lastModifiedBy>
  <cp:revision>1</cp:revision>
  <dcterms:created xsi:type="dcterms:W3CDTF">2026-06-05T03:44:41Z</dcterms:created>
  <dcterms:modified xsi:type="dcterms:W3CDTF">2026-06-05T03:44:41Z</dcterms:modified>
</cp:coreProperties>
</file>