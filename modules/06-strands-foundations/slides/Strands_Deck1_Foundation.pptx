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9264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188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BEYOND AGENT BUILDER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Agents: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Console to the Code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configured agents in a console someone else controls. Today you build the agent yourself - the loop, the tools, the model - in a few lines of Python.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AWS SDK  ·  model-driven  ·  runs anywhere  ·  verified against strandsagents.com (Strands 1.x)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WE'RE MAKING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wiring a console to owning the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00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64008" cy="4297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 · WHERE YOU 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93976"/>
            <a:ext cx="488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Agent Builder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48431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 in the AWS console: pick a model, paste instructions, attach action groups.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owns and runs the reasoning loop. You configure it; you don't see or change it.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mostly calls InvokeAgent and reads the reply.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one AWS service. Moving it elsewhere means a rebuild.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691640"/>
            <a:ext cx="5300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1691640"/>
            <a:ext cx="64008" cy="4297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62192" y="18379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WHERE YOU'RE GOING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62192" y="2093976"/>
            <a:ext cx="488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 SDK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2192" y="2459736"/>
            <a:ext cx="48431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plain Python you write, version, test, and step through in a debugger.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loop: which model, which tools, when to hand off, how to remember.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your laptop, in Colab, in Lambda, or on AgentCore.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Bedrock today, swap to Anthropic or local Ollama tomorrow.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 ·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AT 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isn't wrong - it's a ceiling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Console-first, code-second.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 demo or a fixed workflow. Hard to test, diff, or reason about as logic grows.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a black box.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loops forever, picks the wrong tool, or stalls, you can't open it up and watch why.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runtime, one vendor.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bound to how that service runs and bills. No local run, no easy port.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and memory are bolt-ons.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assemble them from console features instead of expressing them in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10528" y="1783080"/>
            <a:ext cx="5114239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10528" y="1783080"/>
            <a:ext cx="64008" cy="4206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748272" y="1929384"/>
            <a:ext cx="4702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ONE 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48272" y="2185416"/>
            <a:ext cx="4702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configuring a loop. Start writing 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2551176"/>
            <a:ext cx="4657039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Strands agent is a value in your program -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Agent(...)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every message, every tool call, every result.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builds on that one idea.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3 ·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Strands actually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 from AWS.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TypeScript. Apache-2.0. Public on GitHub, growing fast.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 and tools; the model plans, calls tools, and reflects. You don't hand-script the steps.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Production-proven inside AWS.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Amazon Q Developer, AWS Glue, and Kiro in production.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4709160"/>
            <a:ext cx="59436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470916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85546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511149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strands, like DNA: the model and its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54772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the model + a system prompt + a set of tools. That's the whole mental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82880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82880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MODEL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LLM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Nova, GPT, Llama…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67728" y="283464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PROMPT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 + rules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67728" y="384048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84048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TOOLS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it can call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+ MCP + built-ins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67648" y="4736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67728" y="512064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512064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+ prompt +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4 ·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vs Strands - the honest comparison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542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 Builder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 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agent lives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console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Python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the 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(hidden)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(open + debuggable)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style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and click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Write, version, test, diff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Bedrock, Anthropic, OpenAI, Nova, Ollama…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runtime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Colab, Lambda, Fargate, AgentCore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/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 SDK primitives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workflows, quick demos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products you'll grow and operate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underneath (Bedrock + Claude). Strands just hands you the keys.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5 ·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clean machine to a running agent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click in the AWS console, then how to wire it up in VS Code and Colab - every step.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CONSOLE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set up before any code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model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Model access → enable Claude Sonnet 4.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Per-region. No access = AccessDenied at invoke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274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5274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3018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IAM permission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3018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or role with bedrock:InvokeModel + …WithResponseStream.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Least-privilege. Streaming perm is easy to forget.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43621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3621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481365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81365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region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1365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region where the model is available (e.g. us-west-2).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drives the inference-profile prefix - see below.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297680"/>
            <a:ext cx="11057839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297680"/>
            <a:ext cx="64008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4398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GOTCHA YOU ALREADY HIT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4700016"/>
            <a:ext cx="10646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Newer Claude models are on-demand only via a cross-region inference profile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065776"/>
            <a:ext cx="10600639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anthropic.claude-sonnet-4-...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throws "on-demand throughput isn't supported". The fix is the region prefix: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us.anthropic.claude-sonnet-4-...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Strands' own default already uses the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 - match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7 ·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YOUR ENVIRONMENT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Credentials, then VS Code and Colab side by 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64008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STRANDS FINDS AWS CREDENTIALS (ANY ONE OF THESE)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93976"/>
            <a:ext cx="1060063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AWS_ACCESS_KEY_ID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AWS_SECRET_ACCESS_KEY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credentials file   ·   IAM role (on EC2/ECS/Lambda)   ·   Bedrock API key via 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AWS_BEARER_TOKEN_BEDROCK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530032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2980944"/>
            <a:ext cx="502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 ·  local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49711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create + activate a venv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# Win: .venv\Scripts\activate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install + set creds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strands-agents strands-agents-tools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  # or export AWS_ keys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· run it (select the .venv interpreter)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2926080"/>
            <a:ext cx="530032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4176" y="2980944"/>
            <a:ext cx="502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COLAB  ·  notebook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89040" y="3236976"/>
            <a:ext cx="49711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install in the first cell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strands-agents strands-agents-tools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creds via Colab secrets (key icon, left)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userdata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os.environ['AWS_ACCESS_KEY_ID']     = userdata.get('AK')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os.environ['AWS_SECRET_ACCESS_KEY'] = userdata.get('SK')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os.environ['AWS_DEFAULT_REGION']    = 'us-west-2'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· run cells top to bottom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8 ·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Strands agent is three real 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4373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calculator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Agent(tools=[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agent("What is the square root of 1764?")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07808" y="1783080"/>
            <a:ext cx="4016959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1783080"/>
            <a:ext cx="64008" cy="2743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845552" y="1929384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45552" y="2185416"/>
            <a:ext cx="3605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model named, on purpose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45552" y="2551176"/>
            <a:ext cx="3559759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 = Claude Sonnet 4 on Bedrock (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profile).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ready-made tool.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agent(...)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the full reasoning loop.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54880"/>
            <a:ext cx="1105783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754880"/>
            <a:ext cx="64008" cy="1234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90118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5157216"/>
            <a:ext cx="106006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Agent Builder this was a console form plus an action group. Here it's six lines you can read, run, and put under version control - and it already does tool use.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9 ·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LINE BY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Agent(...)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object. Optional args: model, system_prompt, tools, conversation_manager, session_manager, callback_handler.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tools=[...]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Python callables. Built-in tools, your @tool functions, or MCP tools - all the same list.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agent("…")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invoke. Returns an AgentResult with .message and .metrics. Console output streams live by default.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system_prompt=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 and rules - the equivalent of Agent Builder's 'instructions' box, now in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76288" y="1783080"/>
            <a:ext cx="4748479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6016" y="1837944"/>
            <a:ext cx="4474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fuller 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2093976"/>
            <a:ext cx="4419295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calculator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BedrockModel(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model_id="us.anthropic.claude-"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"sonnet-4-20250514-v1:0",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region_name="us-west-2",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are a precise math tutor.",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tools=[calculator],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agent("Explain sqrt(1764).")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print(result.message)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10 ·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concept everything else sits on. If you get the loop, you get Strands.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→ act → observe, until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971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24328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0128" y="233172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33172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(LLM)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 step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24728" y="233172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33172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tool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decide to answer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44568" y="37490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7490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96128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22008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78808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4709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while the model wants a tool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50808" y="2971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971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212080"/>
            <a:ext cx="11057839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212080"/>
            <a:ext cx="64008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358384"/>
            <a:ext cx="106006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- autonomously - whether to call a tool or stop. You never write "if/then" routing. That decision-making is the whole point of an agent.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12 ·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INSIDE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event_loop_cycle, in plain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recursive.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cycle = call the model, check for a tool request, run the tool, append the result, then call the cycle again. It unwinds when the model stops asking for tools.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 grows.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appends to the message history. The model sees the original request plus every tool call and result so far.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on a StopReason.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"end_turn" (model answered). Can also stop on max tokens, a guardrail, or a forced stop.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by default.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asks for several tools at once, Strands runs them concurrently.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84848" y="1783080"/>
            <a:ext cx="4839919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94576" y="1837944"/>
            <a:ext cx="4565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cycle, sketched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0" y="2093976"/>
            <a:ext cx="4510735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event_loop_cycle(model, prompt,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messages, tools, ...):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 · ask the 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model.converse(messages, tools)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messages.append(reply)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 · did it request a tool?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reply.stop_reason == "tool_use":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call in reply.tool_uses: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 = run_tool(call)        # parallel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messages.append(out)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 · recurse with new context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event_loop_cycle(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model, prompt, messages, tools)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        # StopReason: end_turn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13 ·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 are the agent's short-term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R's in strawberry?"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644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2807208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07208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toolUse(letter_counter, …)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64408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3831336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31336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(TOOL RESULT)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toolResult →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64408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4855464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55464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are 3 R's."  (end_turn)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76288" y="1783080"/>
            <a:ext cx="474847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assistant. Tool results come back as a user-role message so the model can read them.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blocks.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holds blocks: text, toolUse (a request), toolResult, sometimes reasoning.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it anytime.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agent.messages is the live history. You can pre-fill it to seed context.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per-run.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history is short-term. Surviving a restart is a job for sessions - Deck 2.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14 ·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THE AGENT DID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call returns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12648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+ result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5797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agent("What is sqrt(144)?")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print(result.message)          # final answer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print(result.metrics.get_summary())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total_cycles, latencyMs, tokens,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per-tool call_count + success_rate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full trace tree of each cycle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612648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44897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on debug logs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745736"/>
            <a:ext cx="5797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logging.getLogger("strands").setLevel(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logging.DEBUG)   # see every loop step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59168" y="1783080"/>
            <a:ext cx="456559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AgentResult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.message is the reply; .metrics is the audit trail of the run.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+ tokens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many loop turns and tokens a task cost - your latency and bill, demystified.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each cycle: what the model said, which tool ran, what it returned.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same data to Langfuse, CloudWatch, or any OTEL backend for production.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15 ·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talks. Tools are how an agent does - read a file, call an API, query a database, run code.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strands-agents-tools package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&amp;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file_read, file_write, editor, shell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274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5274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643018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&amp; APIs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3018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http_request, retrieve (RAG)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3621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3621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481365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1365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calculator, python_repl, current_time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flows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use_agent, workflow, swarm, graph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5274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5274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643018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&amp; memory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3018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use_aws, mem0 / AgentCore memory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43621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3621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481365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81365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strands-agents-tools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892040"/>
            <a:ext cx="11057839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892040"/>
            <a:ext cx="64008" cy="10972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03834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" y="5294376"/>
            <a:ext cx="1060063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python_repl and shell execute code on your machine. Treat them like any other code-exec surface - sandbox in production, never expose them raw to untrusted input.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17 ·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@tool turns any Python function into a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3459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tool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get_order_status(order_id: str) -&gt; dict: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the live status of a customer order.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order_id: the order reference, e.g. 'A-1042'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dict with status, carrier, and eta_days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db.fetch_order(order_id)   # your code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Agent(tools=[get_order_status])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07808" y="1783080"/>
            <a:ext cx="401695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IS the spec.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it to decide when and how to call the tool. Vague docstring = wrong calls.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= the contract.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the input schema the model fills in. Always annotate args and return.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Python.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real DB, API, or file. Put tools in any module and import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18 ·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TOOLS GET CALLED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decides - or you call 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 · NATURAL LANGUAGE (THE AGENT DECIDES)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484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request. The model reads tool descriptions, picks the right one(s), fills the arguments, and runs them inside the loop. This is the default agentic path.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783080"/>
            <a:ext cx="53003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78308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56219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 · PROGRAMMATIC (YOU DECIDE)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62192" y="2185416"/>
            <a:ext cx="484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by hand for tests or deterministic steps - bypassing the model entirely.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11057839" cy="2240280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803904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+ invoke directly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059936"/>
            <a:ext cx="10728655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print(agent.tool_names)        # ['calculator', 'get_order_status', ...]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print(agent.tool_registry.get_all_tools_config())   # full JSON schema the model sees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a tool directly, no LLM in the loop: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agent.tool.get_order_status(order_id="A-1042")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agent.tool.calculator(expression="2**10", record_direct_tool_call=False)  # keep it out of history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19 ·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 DIDN'T WRITE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 plug in as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an MCP server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52881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strands.tools.mcp import MCPClient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 import stdio_client, StdioServerParameters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aws_docs = MCPClient(lambda: stdio_client(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StdioServerParameters(command="uvx",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args=["awslabs.aws-documentation-mcp-server"])))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aws_docs: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Agent(tools=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aws_docs.list_tools_sync()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agent("How do I page the Bedrock ListFM API?")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90688" y="1783080"/>
            <a:ext cx="383407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MCP earlier as a way to expose tools. Strands consumes any MCP server as a tool list.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available.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GitHub, search, AWS docs - reuse instead of rebuild.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context manager.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keeps the MCP connection open while the agent runs.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20 ·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structure &amp; streaming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brain in one line. Get typed output. Stream tokens to a UI.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BRAIN, SHAPE THE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Providers, structured output, streaming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of providers: 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(default), Anthropic, OpenAI, Nova, Mistral, Llama, Ollama (local), LiteLLM, custom.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models: 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model for sub-agents, a strong one for the orchestrator.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3657600"/>
            <a:ext cx="45720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3712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in one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968496"/>
            <a:ext cx="424281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default: Claude Sonnet 4 on Bedrock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local, offline, free: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strands.models.ollama import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OllamaModel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Agent(model=OllamaModel(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model_id="llama3"))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13248" y="1737360"/>
            <a:ext cx="6211519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22976" y="1792224"/>
            <a:ext cx="5937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 (typed, validated)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2048256"/>
            <a:ext cx="5882335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Order(BaseModel):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str; status: str; eta_days: int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agent.structured_output(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Order, "Status of order A-1042?")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print(data.eta_days)   # a real int, not text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13248" y="3840480"/>
            <a:ext cx="6211519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3895344"/>
            <a:ext cx="5937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(for web / UIs)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4151376"/>
            <a:ext cx="588233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Agent(callback_handler=None)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ev in agent.stream_async(prompt):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"data" in ev: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print(ev["data"], end="")   # token chunks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await agent.invoke_async(prompt)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22 ·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008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LOCKED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now build, run, and read a real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access + IAM + the us. inference profile, then VS Code &amp; Colab.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274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405274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06442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6442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-&gt; tool -&gt; observe -&gt; repeat, until a StopReason. Open and debuggable.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3621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3621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44789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44789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+ built-ins + MCP; swap models, type the output, stream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- Deck 2: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memory, build teams of agents that hand off data, and ship it to AgentCore.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now: build a 2-tool agent (calculator + one custom @tool), run it, print result.metrics.get_summary().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Agents - Foundation</dc:title>
  <dc:subject>PptxGenJS Presentation</dc:subject>
  <dc:creator>Akash Das</dc:creator>
  <cp:lastModifiedBy>Akash Das</cp:lastModifiedBy>
  <cp:revision>1</cp:revision>
  <dcterms:created xsi:type="dcterms:W3CDTF">2026-06-05T03:36:34Z</dcterms:created>
  <dcterms:modified xsi:type="dcterms:W3CDTF">2026-06-05T03:36:34Z</dcterms:modified>
</cp:coreProperties>
</file>