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built the vector store. Part 2 plugs it into an agent four different ways, and shows the exact role and policy each way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retrieval underneath every time. What differs is where the loop runs and which IAM role does the work. Hold that question for each of the next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KB is not a new database. It's a managed wrapper around a vector store plus an embedding pipeline plus a retrieval API. Everything from Part 1 is still in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choices are the whole config. The two that matter most: the embedding model dimension and the vector store. The rest are tunable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console auto-creates this role. The trap is the OpenSearch case: IAM on the role is not enough, the role also has to be a principal in the data access policy. Same two-locks rule from Part 1, now applied to a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class KBs use S3 Vectors. If you demo an OpenSearch-backed KB, pre-add the KB role to the data access policy or the sync silently fails with no index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fewer lock, no floor, ~90% cheaper, identical retrieval API. OpenSearch is for high QPS or when you already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wizard live. The cost-critical choice is the vector store; the correctness-critical one is the embedding model dimension matching whatever you query with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searchable until the first sync completes. Add documents later and you must sync again; the KB does not watch the 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Retrieve for prompt control, RetrieveAndGenerate for a fast finished answer. The modelArn takes an inference profile and the region must match the KB.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next four slides. We go console-first, then code, then managed runtime, then raw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Builder is the fastest path and where most students start. The orchestration loop runs inside Bedrock; you don't write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console creates this role when you pick 'create a new service role.' It's separate from the KB role and the Lambda role: three roles in one working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error is fixed centrally by the glue statement in the builder policy; the second is a workflow rule no policy fixes. Show both live from your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Strands is portable and code-first. The retrieve tool wraps the KB Retrieve API from slide 10. No agent service role: the SDK calls Bedrock as your own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difference from Agent Builder: there's no agent role to create or pass. The SDK uses whatever credentials you configured. In production that's a Lambda or ECS task role, never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AgentCore is for hosting agents in production with managed memory and observability, not a first lab. It's also the uncovered cost surface flagged in the IAM work. Enable only if a lab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escape hatch. Do RAG entirely by hand, let the KB do retrieval+generation, or call a finished agent. Same credentials-as-you model as Strands.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Console demo → Agent Builder. Notebook or service → Strands or boto3. Production at scale → AgentCore. The KB underneath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they photograph: the whole day on one page. Steps 1, 4, and 7 are the skipped ones that cause the long debugging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has bitten someone in this account or is one keystroke away. This slide saves more support time than the rest of the deck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off with the build-it-twice challenge: once in the console, once in code, against the same KB. That's when it sticks.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AMAZON BEDROCK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1057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OpenSearch Serverless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Bedrock RAG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Knowledge Bases, Agent Builder, Strands, AgentCore, and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Part 1 (the engine, the locks, the money)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store, four ways to use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store is the substrate. There are four ways to consume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35204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352044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47488" y="2286000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57216" y="2286000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4069080"/>
            <a:ext cx="1645920" cy="-1408176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47488" y="321868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3218688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SDK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5848" y="4069080"/>
            <a:ext cx="1645920" cy="-47548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47488" y="4151376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4151376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runtime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55848" y="4069080"/>
            <a:ext cx="1645920" cy="45720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47488" y="5084064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5084064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boto3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55848" y="4069080"/>
            <a:ext cx="1645920" cy="138988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66928" y="56692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one question for each path: where does the orchestration loop run, and which IAM principal does the work? The retrieval underneath never changes.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Knowledge Base 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Bedrock Knowledge Base (KB) = managed RAG.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documents; it chunks, embeds, stores, and exposes two APIs.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hides the vector store you built by hand in Part 1.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database — a managed wrapper around a vector store + an embedding pipeline + a retrieval API.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0" y="192024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EEF0FF"/>
          </a:solidFill>
          <a:ln w="22225">
            <a:solidFill>
              <a:srgbClr val="4338CA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(collection ⊃ index ⊃ docs, hidden inside)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86600" y="3200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89720" y="3200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RetrieveAndGenerate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output 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anatomy (four ingredients)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011680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docs live (S3 bucket)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6208" y="20116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5936" y="2011680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 model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→ vectors (Titan V2)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3611880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store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Vectors (ours) or OpenSearch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6208" y="36118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3611880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/ semantic / none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53035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choices are the whole KB config. Get the embedding model's dimension and the vector store right; the rest are defaults you tune later.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KB service role (who does the work)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480560" y="210312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2225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90288" y="210312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AmazonBedrockExecutionRoleForKnowledgeBase_*</a:t>
            </a:r>
            <a:endParaRPr lang="en-US" sz="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service role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4338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749040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s3:GetObject + ListBucket</a:t>
            </a:r>
            <a:endParaRPr lang="en-US" sz="11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data bucket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0" y="3154680"/>
            <a:ext cx="379476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37490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3749040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bedrock:InvokeModel</a:t>
            </a:r>
            <a:endParaRPr lang="en-US" sz="11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embedding 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315468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21040" y="37490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3749040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OpenSearch: aoss:APIAccessAll</a:t>
            </a:r>
            <a:endParaRPr lang="en-US" sz="11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seat in the data access policy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66960" y="3154680"/>
            <a:ext cx="-388620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auto-creates this role. The OpenSearch trap: IAM on the role is not enough — the role must also be a principal in the data access policy. The two-locks rule, applied to a role.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on OpenSearch: the wiring gotcha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KB uses OpenSearch, the KB role needs BOTH locks.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1105783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1: aoss:APIAccessAll on the role (IAM).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2: the role's ARN in the collection's data access policy.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Lock 2 → the ingestion job fails with 'no index access' while the IAM looks perfect.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4023360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4169664"/>
            <a:ext cx="1069207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the KB role to the shared collection's data access policy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" y="4416552"/>
            <a:ext cx="10966399" cy="2468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416552"/>
            <a:ext cx="1069207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Principal: ["arn:aws:iam::123456789012:role/AmazonBedrockExecutionRoleForKnowledgeBase_*"]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class KBs stay on S3 Vectors — it sidesteps the data access policy entirely.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on S3 Vectors (the cheap default)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collection, no idle floor, no data access policy.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 role gets s3vectors permissions instead of aoss.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class uses for every KB lab.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API is identical — nothing downstream changes.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2103120"/>
            <a:ext cx="45720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59168" y="2103120"/>
            <a:ext cx="4352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COLLECTION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store = S3 Vectors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49440" y="3520440"/>
            <a:ext cx="4572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59168" y="3520440"/>
            <a:ext cx="4352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FEWER LOCK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2 removed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50749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is the thing you reach for at high QPS or when you already run it.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KB, end to end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 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bedrock-lab-* with your docs.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 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→ Knowledge Bases → Create.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 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= S3 Vectors. Embedding = Titan V2. Role = auto.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 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S3 bucket as a data source.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754880" cy="2834640"/>
          </a:xfrm>
          <a:prstGeom prst="roundRect">
            <a:avLst>
              <a:gd name="adj" fmla="val 1613"/>
            </a:avLst>
          </a:prstGeom>
          <a:solidFill>
            <a:srgbClr val="F8FAFC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766560" y="2862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3172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→ Knowledge Bases → Create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0" y="34838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the data-source + embedding-model + vector-store screen, S3 Vectors chosen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5029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choice that matters for cost is the vector store; the one that matters for correctness is the embedding dimension.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(sync) — what actually happens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'Sync' runs an ingestion job: read docs → chunk → embed → write vectors.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docs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89504" y="2743200"/>
            <a:ext cx="3383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64408" y="23774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86984" y="2743200"/>
            <a:ext cx="3383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61888" y="23774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07608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84464" y="2743200"/>
            <a:ext cx="3383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59368" y="23774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5088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356616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sync whenever the source changes — the KB does not watch the bucket.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searchable until the first sync completes.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3520440"/>
            <a:ext cx="4206240" cy="18288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31520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4361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 → Data source → Sync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46725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a completed ingestion job with document counts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query a KB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returns raw chunks + scores. You do the generation.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RetrieveAndGenerate — retrieves AND calls a model, returns a finished answer with citations.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11057839" cy="3131820"/>
          </a:xfrm>
          <a:prstGeom prst="roundRect">
            <a:avLst>
              <a:gd name="adj" fmla="val 175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81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843784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= boto3.client("bedrock-agent-runtime", region_name="us-east-1")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3080385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3316986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chunks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3553587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rt.retrieve(knowledgeBaseId="KB123",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3790188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retrievalQuery={"text":"baggage allowance"})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4026789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4263390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chunks + answer in one call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4499991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rt.retrieve_and_generate(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4736592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input={"text":"How much luggage can I bring?"},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4973193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retrieveAndGenerateConfiguration={"type":"KNOWLEDGE_BASE",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5209794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"knowledgeBaseConfiguration":{"knowledgeBaseId":"KB123",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" y="5446395"/>
            <a:ext cx="10966399" cy="23660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446395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"modelArn":".../inference-profile/us.anthropic.claude-..."}})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8064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modelArn takes an inference profile, and the region must match the KB.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paths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41248" y="333756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33375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47488" y="2103120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57216" y="2103120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3886200"/>
            <a:ext cx="1645920" cy="-1408176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47488" y="303580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57216" y="3035808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SDK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5848" y="3886200"/>
            <a:ext cx="1645920" cy="-47548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47488" y="3968496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3968496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runtime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55848" y="3886200"/>
            <a:ext cx="1645920" cy="45720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47488" y="4901184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4901184"/>
            <a:ext cx="3072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boto3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55848" y="3886200"/>
            <a:ext cx="1645920" cy="138988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 (Agent Builder), then code (Strands), then managed runtime (AgentCore), then raw API (boto3).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1: Agent Builder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15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961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07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0574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orchestration in the console. The loop runs inside Bedrock.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5146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→ Agents → Create.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+ model.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the Knowledge Base.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action groups (Lambda) if it needs tools.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→ Test → create an Alias.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2468880"/>
            <a:ext cx="4754880" cy="274320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76656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3767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→ Agents → Create 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40782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the agent details screen, model selected, a KB associated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1: the agent service role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15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961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07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19456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2225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194560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AmazonBedrockExecutionRoleForAgents_*</a:t>
            </a:r>
            <a:endParaRPr lang="en-US" sz="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service role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65760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bedrock:InvokeModel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 it reasons with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65760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65760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bedrock:Retrieve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associated KB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365760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365760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lambda:InvokeFunction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action-group Lambda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029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roles in one working agent: the agent role, the KB role, and the Lambda role. Keep them straight.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1: the two console gotchas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15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961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07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0574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FM-policy sync: on Prepare/Save the console rewrites the agent role's auto FM policy via iam:CreatePolicyVersion. Without the glue → AccessDenied.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697480"/>
            <a:ext cx="6492240" cy="971550"/>
          </a:xfrm>
          <a:prstGeom prst="roundRect">
            <a:avLst>
              <a:gd name="adj" fmla="val 564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81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2843784"/>
            <a:ext cx="6126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AgentManagedPolicySync (in BedrockLabBuilder) fixes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070098"/>
            <a:ext cx="6400800" cy="22631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070098"/>
            <a:ext cx="6126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"Action":["iam:CreatePolicy","iam:CreatePolicyVersion", ...],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296412"/>
            <a:ext cx="6126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"Resource":"arn:aws:iam::123456789012:policy/AmazonBedrock*"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697480"/>
            <a:ext cx="4754880" cy="1280160"/>
          </a:xfrm>
          <a:prstGeom prst="roundRect">
            <a:avLst>
              <a:gd name="adj" fmla="val 4286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697480"/>
            <a:ext cx="4535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RULE — NO POLICY FIXES THIS</a:t>
            </a:r>
            <a:endParaRPr lang="en-US" sz="8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 role</a:t>
            </a:r>
            <a:endParaRPr lang="en-US" sz="8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Use an existing role → lab-lambda-exec, never 'create a new role'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4114800"/>
            <a:ext cx="475488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766560" y="43479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46588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AccessDenied CreatePolicyVersion banner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49697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from your account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343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two errors students actually hit: the first fixed centrally, the second a workflow rule.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2: Strands SDK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15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961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07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0574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agent, the loop runs in YOUR process. Agent = model + system prompt + tools.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514600"/>
            <a:ext cx="11057839" cy="2895219"/>
          </a:xfrm>
          <a:prstGeom prst="roundRect">
            <a:avLst>
              <a:gd name="adj" fmla="val 189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81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2660904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2897505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retrieve     # built-in Bedrock KB retrieve tool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134106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" y="3370707"/>
            <a:ext cx="10966399" cy="23660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370707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os.environ["KNOWLEDGE_BASE_ID"] = "KB123"   # the retrieve tool reads this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3607308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" y="3843909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4080510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model="us.anthropic.claude-sonnet-4-...",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4317111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tools=[retrieve],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" y="4553712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system_prompt="Answer using the knowledge base. Cite sources.")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4790313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9808" y="5026914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print(agent("How much luggage can I bring?"))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57607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 tool is just a wrapper over the KB Retrieve API. No agent service role here.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2: creds, region, no service role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15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961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07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YOUR identity/role: CloudShell creds, an IAM role, or your minted keys.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bedrock:InvokeModel, bedrock:Retrieve (both in bedrock:*).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must match the KB.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CloudShell (creds present) / VS Code (venv + aws configure) / Colab (Colab secrets).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949440" y="2468880"/>
            <a:ext cx="457200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2468880"/>
            <a:ext cx="4352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the principal?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not a service role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6928" y="4937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 from Agent Builder: no agent role to create or pass. In production this becomes a Lambda or ECS task role, not keys.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3: AgentCore (managed runtime)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15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961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07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1105783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= framework-agnostic runtime + services: Runtime, Memory, Identity, Gateway, Browser, Code Interpreter, Observability.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Strands / LangGraph agent and deploy it; retrieval still via KB Retrieve or direct OpenSearch.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AgentCore execution role + the service-linked role (bedrock-agentcore.amazonaws.com).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Runtime, Browser, and Code Interpreter bill per session. Your deny does not cover these.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hosting agents in production with managed memory and observability — not a first lab. Enable it only if a lab uses it.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4: direct code (boto3)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815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961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0728" y="1481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F1E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481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1105783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raw chunks, you build the prompt.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retrieve_and_generate — chunks + answer in one call.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invoke_agent — drive a full Agent-Builder agent from code.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20440"/>
            <a:ext cx="11057839" cy="1475613"/>
          </a:xfrm>
          <a:prstGeom prst="roundRect">
            <a:avLst>
              <a:gd name="adj" fmla="val 37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81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666744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= boto3.client("bedrock-agent-runtime", region_name="us-east-1")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3903345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rt.invoke_agent(agentId="A1", agentAliasId="ALIAS1",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4139946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sessionId="s1", inputText="How much luggage…")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9808" y="4376547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 in r["completion"]:                 # response is an event stream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4613148"/>
            <a:ext cx="1069207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"chunk" in ev: print(ev["chunk"]["bytes"].decode(), end="")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escape hatch: RAG by hand, KB-driven, or call a finished agent. Same credentials-as-you model as Strands.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19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paths, side by side</a:t>
            </a:r>
            <a:endParaRPr lang="en-US" sz="2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18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606040"/>
                <a:gridCol w="2514600"/>
                <a:gridCol w="2057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the KB via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/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Builder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AWS-managed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 KB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service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no-code, fastest in console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tool /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(identity/role)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portable code, full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AWS-managed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/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exec role + SLR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hosting, memory/obs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boto3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/ r&amp;g / invoke_agent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(identity/role)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scripts, custom pipelines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029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rarely 'which is best' and usually 'where am I.' The KB underneath never changes.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20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to a working RAG agent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  </a:t>
            </a:r>
            <a:pPr indent="0" marL="0"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models (Bedrock → Model access).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  </a:t>
            </a:r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bedrock-lab-* with docs.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  </a:t>
            </a:r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KB → S3 Vectors → Titan V2 → role auto.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  </a:t>
            </a:r>
            <a:pPr indent="0" marL="0"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bucket as data source → Sync.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  </a:t>
            </a:r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Retrieve in the console.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   </a:t>
            </a:r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path: Agent Builder (Lambda = lab-lambda-exec, Prepare) / Strands / code.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   </a:t>
            </a:r>
            <a:pPr indent="0" marL="0"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OpenSearch-backed KB only: add the KB role to the data access policy.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59436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 4, and 7 (amber) are the ones people skip and then debug for an hour.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21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Gotchas reel (tape this to your monitor)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service="aoss" not "es"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must match the model (Titan V2 = 1024)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AOSS indexing lag ~30s before a query returns hits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= bare name, no https://, no port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2: the user AND the KB role must be in the data access policy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KB does not delete its OpenSearch collection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63640" y="18288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Prepare → CreatePolicyVersion on the FM policy → needs the glue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quick-create KB silently spawns an OpenSearch collection (cost)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IDs need the us. inference-profile prefix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use existing lab-lambda-exec, never "create a new role"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retrieve_and_generate region must match the KB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AllowFromPublic network policy is a lab shortcut, never production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22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105783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vector store by hand, secured it with two locks, capped its cost, and wired it into an agent four ways.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magic is no longer magic.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383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Build-it-twice 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1105783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KB on S3 Vectors.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it to an Agent Builder agent.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call the same KB from a five-line Strands script.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53492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 the console, once in code, against the same KB. That's when it sticks.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for Bedrock RAG · Part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OpenSearch Serverless for Bedrock RAG — Part 2</dc:title>
  <dc:subject>PptxGenJS Presentation</dc:subject>
  <dc:creator>Agentic AI Practitioner Bootcamp</dc:creator>
  <cp:lastModifiedBy>Agentic AI Practitioner Bootcamp</cp:lastModifiedBy>
  <cp:revision>1</cp:revision>
  <dcterms:created xsi:type="dcterms:W3CDTF">2026-06-02T10:17:28Z</dcterms:created>
  <dcterms:modified xsi:type="dcterms:W3CDTF">2026-06-02T10:17:28Z</dcterms:modified>
</cp:coreProperties>
</file>