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627632"/>
            <a:ext cx="502920" cy="137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836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DAY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2249424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&amp; AgentCore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hand-rolling the loop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moves: stop writing the loop (Strands), then stop running it on your laptop (AgentCore).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you just wrote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200685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00685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7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resp["stopReason"] == "tool_use":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tu = resp["output"]["message"]["content"][-1]["toolUse"]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messages.append(resp["output"]["message"])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out = TOOLS[tu["name"]](**tu["input"])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messages.append({"role": "user", "content": [{"toolResult":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"toolUseId": tu["toolUseId"], "content": [{"json": out}]}}]})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resp = rt.converse(modelId=MODEL, messages=messages, toolConfig=tool_config)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53390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ten lines. Hold it in your head — we are about to delete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agent in Strands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341350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341350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317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Agent, tool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strands.models import BedrockModel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lookup_booking(pnr: str) -&gt; dict: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"""Look up a booking by its PNR code."""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return {...}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BedrockModel(model_id="us.anthropic.claude-sonnet-4-5-20250929-v1:0",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region_name="us-west-2")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Agent(model=model, tools=[lookup_booking, get_disruption_reason,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get_rebooking_options])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print(agent("Status of PNR JX48Q2?"))     # the loop runs itself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49405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while, no toolResult, no toolUseId. Strands runs the exact loop you wrote by hand.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Strands did for you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605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 by hand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 resp[...] == tool_use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TOOLS[name](**input)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dispatch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messages.append(assistant turn)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message you kept forgetting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 / except per tool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max-steps guard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limits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sits on Converse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calls converse under the hood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leaving Bedrock — you are dropping the boilerplate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us. inference profile still applies, via BedrockModel(model_id=...)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vs Bedrock Agents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5079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(Python)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Managed, 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runs the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framework, in your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AWS, server-side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define tools 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@tool functions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groups (Lambda)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install, write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in console / bedrock-agent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tool ergonomics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17724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17724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53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get_rebooking_options(pnr: str) -&gt; list: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"""Find alternative flights for a disrupted booking.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Use only after a booking is confirmed CANCELLED or DELAYED."""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2994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becomes the tool description. Type hints become the schema.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 checkpoint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16642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093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Strands remove that you wrote by hand?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751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dispatch, message-appending, and guards.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262432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56946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Bedrock Agents in one line?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93522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= code you run; Bedrock Agents = config AWS runs.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" y="358444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52958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Strands still use converse?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89534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under the hood.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it run?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65376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Strands agent runs on your laptop. The hackathon team deployed to AgentCore Runtime and hit timeouts. What is AgentCore?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3291840"/>
            <a:ext cx="11185855" cy="30358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291840"/>
            <a:ext cx="82296" cy="30358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" y="393192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382219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that hosts and operates agents — any framework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0392" y="453542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" y="4425696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do not run them on a laptop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392" y="513892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502920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solved the code; AgentCore solves running it in production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= five primitives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2971800"/>
            <a:ext cx="22860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71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Strands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54680" y="2971800"/>
            <a:ext cx="2011680" cy="868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29718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25496" y="3401568"/>
            <a:ext cx="292608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89320" y="1463040"/>
            <a:ext cx="55778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1463040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recall across sessions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202936" y="3401568"/>
            <a:ext cx="749808" cy="-156362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2395728"/>
            <a:ext cx="55778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2395728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tools as MCP, centrally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202936" y="3401568"/>
            <a:ext cx="749808" cy="-630936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89320" y="3328416"/>
            <a:ext cx="55778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3328416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per-agent permissions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202936" y="3401568"/>
            <a:ext cx="749808" cy="30175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89320" y="4261104"/>
            <a:ext cx="55778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4261104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traces + metrics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202936" y="3401568"/>
            <a:ext cx="749808" cy="12344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02920" y="5440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the agent. AgentCore hosts and governs it. Today we use Runtime.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is not the loop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the agent logic (Strands / LangGraph / hand-rolled)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hosts and governs 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decide what your agent does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deploy wrapper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294462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94462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2706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bedrock_agentcore import BedrockAgentCoreApp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BedrockAgentCoreApp()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Agent(model=model, tools=[...])      # unchanged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@app.entrypoint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invoke(payload):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return {"result": str(agent(payload.get("prompt", "")))}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app.run()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447167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additions. The agent body is untouched. app.run() turns the script into a service.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HTTP contract and the timeout lesson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app.run() serves on port 8080; Runtime calls POST /invocations, health-checks GET /ping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agent runs need streaming or the request times out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hackathon bug — no streaming, so the UI request timed out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CLIs, one command name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  <a:gridCol w="44165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starter toolkit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bedrock-agentcore-starter-toolkit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install -g @aws/agentcore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20+, AWS CDK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configure / launch / invoke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create / invoke /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direct_code_deploy (no Docker)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CodeZip or Container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Prerequisites + enable model access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access (you have the admin account) · Python 3.10+ · region us-west-2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console → Model catalog → select Anthropic Claude → request / enable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"Model access" page is retired — use Model catalog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+ three commands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17724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17724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53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 &amp;&amp; source .venv/bin/activate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"bedrock-agentcore-starter-toolkit&gt;=0.1.21" strands-agents boto3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configure -e travelmind_agent.py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launch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invoke '{"prompt": "Status of PNR JX48Q2?"}'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2994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verbs: configure, launch, invoke. That is the whole deploy loop.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 → launch → invoke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-e file.py → execution role (Enter = auto-create); writes .bedrock_agentcore.yaml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→ packages code to S3, creates the IAM role, provisions the endpoint, returns the Agent ARN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'{...}' → calls your deployed agent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in the console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console → AgentCore → Agent Runtime → your agent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page: Status · Agent ARN · Endpoints · Logs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Ready + an ARN = live. Failed → open Logs.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Invoke via SDK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200685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00685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7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boto3, json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 = boto3.client("bedrock-agentcore", region_name="us-west-2")   # data plane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rt.invoke_agent_runtime(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agentRuntimeArn="arn:aws:bedrock-agentcore:us-west-2:&lt;ACCT&gt;:runtime/&lt;id&gt;",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payload=json.dumps({"prompt": "Status of PNR JX48Q2?"}),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print(resp["response"].read().decode())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53390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for you; invoke_agent_runtime for your app. Same control-vs-runtime instinct — this is the data plane.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failure → fix</a:t>
            </a:r>
            <a:endParaRPr lang="en-US" sz="2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572000"/>
                <a:gridCol w="35021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model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us.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AccessDenied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access / role missing InvokeModel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access; add profile 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but no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Entrypoint returns non-JSON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 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not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Toolkit verb vs npm CLI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the CLI to the verb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times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streaming on a long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primitives, previewed (Day 7)</a:t>
            </a:r>
            <a:endParaRPr lang="en-US" sz="2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4050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gives 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your...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across 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(today: nothing — it forgets)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as MCP, central 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@tool functions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per-agent IAM + 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in code / env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+ OTEL traces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use when</a:t>
            </a:r>
            <a:endParaRPr lang="en-US" sz="2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7823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/ one-off, full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Hand-rolled loop (Deck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agent, less code, your 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agent from a config, no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hosting + 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(deploy your Strands agent)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Cleanup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destroy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unused KBs and OpenSearch collections in the console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bill while idle — the $11 lesson. Tear down at the end of lab.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anti-pattern master list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the assistant tool_use message before the toolResult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7685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toolUseId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4378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1576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the loop against infinite runs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82696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bedrock-agent-runtime for KB retrieve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9624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us. / global. inference profile on the model id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4456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1655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mix the two agentcore CLIs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8348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long runs or they time out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67842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55040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guardrails against real domain terms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→ Day 7 preview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= model + tools + loop; Strands writes the loop; AgentCore runs 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UC-A1 by hand, rebuilt it in Strands, deployed it to Runtime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7: AgentCore deep — Memory, Gateway, Identity, Observability; production deploy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959352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31336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task: convert your hand-rolled UC-A1 to Strands and deploy 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knowledge check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16642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093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parts of an agent?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751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tools + a loop (with a stop condition).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25786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precede a toolResult in messages?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889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assistant's tool_use message.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34930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4381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Strands remove?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8039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hand-written loop, dispatch, and guards.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44074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3525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Bedrock Agents?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7183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= code you run; Bedrock Agents = config AWS runs.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" y="53218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5321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52669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agentcore CLIs — which do we use and why?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6327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starter toolkit — matches our code, no Docker / Node / CDK.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Deck 2 - Strands and AgentCore</dc:title>
  <dc:subject>PptxGenJS Presentation</dc:subject>
  <dc:creator>Agentic AI Bootcamp</dc:creator>
  <cp:lastModifiedBy>Agentic AI Bootcamp</cp:lastModifiedBy>
  <cp:revision>1</cp:revision>
  <dcterms:created xsi:type="dcterms:W3CDTF">2026-05-31T09:03:54Z</dcterms:created>
  <dcterms:modified xsi:type="dcterms:W3CDTF">2026-05-31T09:03:54Z</dcterms:modified>
</cp:coreProperties>
</file>