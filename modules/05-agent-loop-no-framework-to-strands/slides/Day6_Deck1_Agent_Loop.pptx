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627632"/>
            <a:ext cx="502920" cy="1371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8366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DAY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" y="2249424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Loop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310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Use on Bedrock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you stop calling a model and start running an agent — by hand, so you see every moving part.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6144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bedrock-runtime + converse — a single call works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313432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85416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profile (us. / global.) — the fix for the ValidationException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91693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88920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handling, retries (adaptive backoff), stopReason, multi-turn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92424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8-question framework: client · door · auth · readiness · will-it-run · response · config · errors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02920" y="4297680"/>
            <a:ext cx="11185855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4297680"/>
            <a:ext cx="73152" cy="7772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429768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  --&gt;  converse()  --&gt;  one reply.      (no tools, no loop)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1208" y="52212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function call to an LLM. Useful — not an agent.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 call is not an agent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65376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 call converse. What are you still missing to call this an agent?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02920" y="3291840"/>
            <a:ext cx="11185855" cy="30358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3291840"/>
            <a:ext cx="82296" cy="30358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0392" y="3931920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1069848" y="382219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— let it act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0392" y="4535424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1069848" y="4425696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— let it act more than once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0392" y="5138928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1069848" y="5029200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stop condition — know when it is done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hook you already met: stopReason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stopReason == "end_turn"   →   the model finished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243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96312"/>
            <a:ext cx="10744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stopReason == "tool_use"   →   the model wants you to run a tool, then come back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5387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10712"/>
            <a:ext cx="10744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watch for it. tool_use is the one value you have not handled yet.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anchor: TravelMind UC-A1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UC-A1 — the booking-exception handler you designed on Day 1. Now you build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tools: lookup_booking(pnr) · get_disruption_reason(pnr) · get_rebooking_options(pnr)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8152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traveler asks about a PNR → look it up → if disrupted, find why → offer rebooking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spiral — one change per step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1691640"/>
            <a:ext cx="402336" cy="40233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1691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converse call (you already have this)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" y="2453640"/>
            <a:ext cx="402336" cy="40233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2453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5568" y="2453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tool definition (toolConfig)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0352" y="3215640"/>
            <a:ext cx="402336" cy="40233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3215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215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asks for the tool (stopReason = tool_use)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352" y="3977640"/>
            <a:ext cx="402336" cy="40233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3977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it and return a toolResult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0352" y="4739640"/>
            <a:ext cx="402336" cy="40233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4739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5568" y="4739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end_turn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0352" y="5501640"/>
            <a:ext cx="402336" cy="40233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550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5568" y="5501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 — the model picks which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a tool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341350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341350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63624"/>
            <a:ext cx="10682935" cy="317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tool_config =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"tools": [{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"toolSpec":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"name": "lookup_booking",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"description": "Look up a booking by its PNR. Use when the user gives a PNR.",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"inputSchema": {"json":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"type": "object",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"properties": {"pnr": {"type": "string", "description": "6-char PNR"}},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"required": ["pnr"],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}},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}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}]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49405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 is the routing signal — the model reads it to decide when to call the tool.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four-step tool turn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2286000"/>
            <a:ext cx="24003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0"/>
            <a:ext cx="24003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prompt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toolConfig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48940" y="2880360"/>
            <a:ext cx="365760" cy="0"/>
          </a:xfrm>
          <a:prstGeom prst="line">
            <a:avLst/>
          </a:prstGeom>
          <a:noFill/>
          <a:ln w="15875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60420" y="2286000"/>
            <a:ext cx="24003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0420" y="2286000"/>
            <a:ext cx="24003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stopReason = tool_use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06440" y="2880360"/>
            <a:ext cx="365760" cy="0"/>
          </a:xfrm>
          <a:prstGeom prst="line">
            <a:avLst/>
          </a:prstGeom>
          <a:noFill/>
          <a:ln w="15875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17920" y="2286000"/>
            <a:ext cx="24003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286000"/>
            <a:ext cx="24003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execute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63940" y="2880360"/>
            <a:ext cx="365760" cy="0"/>
          </a:xfrm>
          <a:prstGeom prst="line">
            <a:avLst/>
          </a:prstGeom>
          <a:noFill/>
          <a:ln w="15875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75420" y="2286000"/>
            <a:ext cx="24003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75420" y="2286000"/>
            <a:ext cx="24003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toolResult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275570" y="3474720"/>
            <a:ext cx="0" cy="566928"/>
          </a:xfrm>
          <a:prstGeom prst="line">
            <a:avLst/>
          </a:prstGeom>
          <a:noFill/>
          <a:ln w="15875">
            <a:solidFill>
              <a:srgbClr val="B453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03070" y="4041648"/>
            <a:ext cx="8572500" cy="0"/>
          </a:xfrm>
          <a:prstGeom prst="line">
            <a:avLst/>
          </a:prstGeom>
          <a:noFill/>
          <a:ln w="15875">
            <a:solidFill>
              <a:srgbClr val="B4530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3070" y="3474720"/>
            <a:ext cx="0" cy="566928"/>
          </a:xfrm>
          <a:prstGeom prst="line">
            <a:avLst/>
          </a:prstGeom>
          <a:noFill/>
          <a:ln w="15875">
            <a:solidFill>
              <a:srgbClr val="B45309"/>
            </a:solidFill>
            <a:prstDash val="solid"/>
            <a:headEnd type="triangle"/>
          </a:ln>
        </p:spPr>
      </p:sp>
      <p:sp>
        <p:nvSpPr>
          <p:cNvPr id="18" name="Text 16"/>
          <p:cNvSpPr/>
          <p:nvPr/>
        </p:nvSpPr>
        <p:spPr>
          <a:xfrm>
            <a:off x="4526280" y="37124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end_turn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1208" y="44988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runtime. The model never runs code — it asks you to.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the first request, read the toolUse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200685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200685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63624"/>
            <a:ext cx="10682935" cy="176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= [{"role": "user", "content": [{"text": "Status of PNR JX48Q2?"}]}]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rt.converse(modelId=MODEL, messages=messages, toolConfig=tool_config)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print(resp["stopReason"])                       # -&gt; "tool_use"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= resp["output"]["message"]["content"][-1]["toolUse"]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print(block["name"], block["input"], block["toolUseId"])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lookup_booking {'pnr': 'JX48Q2'} tooluse_ab12...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step everyone forgets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106908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106908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63624"/>
            <a:ext cx="10682935" cy="831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messages.append(resp["output"]["message"])    # append the assistant tool_use msg FIRST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...then send the toolResult (next slide)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259613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this, Bedrock rejects your toolResult. Turn order must be: user → assistant(tool_use) → user(tool_result).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tool, send the result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224129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2241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63624"/>
            <a:ext cx="10682935" cy="200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lookup_booking(**block["input"])          # your real function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messages.append({"role": "user", "content": [{"toolResult":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"toolUseId": block["toolUseId"],               # MUST match the toolUse id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"content": [{"json": result}],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}}]})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rt.converse(modelId=MODEL, messages=messages, toolConfig=tool_config)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376834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toolResult goes in a USER turn — you are speaking back to the model. Then converse again.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247573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247573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63624"/>
            <a:ext cx="10682935" cy="2237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resp["stopReason"] == "tool_use":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tu = resp["output"]["message"]["content"][-1]["toolUse"]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messages.append(resp["output"]["message"])                # append assistant turn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out = TOOLS[tu["name"]](**tu["input"])                     # dispatch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messages.append({"role": "user", "content": [{"toolResult":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"toolUseId": tu["toolUseId"], "content": [{"json": out}]}}]})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resp = rt.converse(modelId=MODEL, messages=messages, toolConfig=tool_config)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print(resp["output"]["message"]["content"][0]["text"])        # final answer at end_turn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400278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agent loop — about 10 lines you write by hand. Tomorrow Strands writes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conditions and the guard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188061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188061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63624"/>
            <a:ext cx="10682935" cy="164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resp["stopReason"] == "tool_use":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MAX_STEPS = 6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 = 0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resp["stopReason"] == "tool_use" and steps &lt; MAX_STEPS: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steps += 1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# run tool, append result, call converse again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1208" y="340766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 = infinite loop = the timeout you hit in the hackathon. Cap the steps.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Multi-tool: the model picks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200685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200685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63624"/>
            <a:ext cx="10682935" cy="176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"My flight on JX48Q2 — what is going on and what are my options?"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step 1   tool_use  lookup_booking(JX48Q2)         -&gt; {status: CANCELLED}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step 2   tool_use  get_disruption_reason(JX48Q2)  -&gt; {reason: weather}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step 3   tool_use  get_rebooking_options(JX48Q2)  -&gt; [opt A, opt B]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end_turn -&gt; "Cancelled (weather). Two rebooking options: ..."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353390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 not tell it the order. The schemas + descriptions let the model plan the sequence.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discipline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 → the user turn. Not the system prompt.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→ described in toolConfig. Not in prose inside the system prompt.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8152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→ behaviour and policy only ("You are a booking assistant. Never invent a PNR.")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 checkpoint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1664208"/>
            <a:ext cx="329184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60934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stopReason value drives the loop?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9751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"tool_use".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2624328"/>
            <a:ext cx="329184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56946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you append before sending a toolResult?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93522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assistant's tool_use message.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0352" y="3584448"/>
            <a:ext cx="329184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52958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stops an infinite tool loop?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89534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max-steps guard.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 it together: the UC-A1 agent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426110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426110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63624"/>
            <a:ext cx="1068293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run_uc_a1(user_text, max_steps=6):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messages = [{"role": "user", "content": [{"text": user_text}]}]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resp = rt.converse(modelId=MODEL, system=[{"text": SYSTEM}],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messages=messages, toolConfig=tool_config)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steps = 0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while resp["stopReason"] == "tool_use" and steps &lt; max_steps: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steps += 1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tu = resp["output"]["message"]["content"][-1]["toolUse"]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messages.append(resp["output"]["message"])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try: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out = TOOLS[tu["name"]](**tu["input"])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except Exception as e: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out = {"error": str(e)}              # return error AS a toolResult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messages.append({"role": "user", "content": [{"toolResult": {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"toolUseId": tu["toolUseId"], "content": [{"json": out}]}}]})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resp = rt.converse(modelId=MODEL, system=[{"text": SYSTEM}],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  messages=messages, toolConfig=tool_config)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return resp["output"]["message"]["content"][0]["text"]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" y="57881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throws returns an error result — the agent recovers instead of crashing the loop.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tool that hits a Knowledge Base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200685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200685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63624"/>
            <a:ext cx="10682935" cy="176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 = boto3.client("bedrock-runtime")          # WRONG client for KB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 = boto3.client("bedrock-agent-runtime")  # KB retrieve lives here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visa_lookup(country: str):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r = kb.retrieve(knowledgeBaseId=KB_ID,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retrievalQuery={"text": f"visa rules {country}"})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return [c["content"]["text"] for c in r["retrievalResults"]]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353390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S3 Vectors over OpenSearch for a cheap KB — OpenSearch bills hourly whether you query it or not.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 on the agent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 guardrail to converse via guardrailConfig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against your real domain terms before shipping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8152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guardrail once flagged the valid word "token" as an attack — false positives block real traffic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id reminder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→ Claude is strongest → needs the us. / global. inference profile (or ValidationException)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us.amazon.nova-lite-v1:0 works without a profile but is weaker at multi-tool routing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8152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profile ARN must also be in your IAM policy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decoder — tool-use edition</a:t>
            </a:r>
            <a:endParaRPr lang="en-US" sz="2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585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572000"/>
                <a:gridCol w="33192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toolResult rejected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preceding assistant tool_use message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 it 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Mismatch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toolUseId does not 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Echo the exact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never ends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guard / tool keeps being called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max-steps 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Crash mid-loop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threw, uncaught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{"error": ...} as a toolResult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ValidationException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model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the us. inference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built vs a real agent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31536" cy="47091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5431536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554480"/>
            <a:ext cx="5111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now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2376" y="2276856"/>
            <a:ext cx="82296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923544" y="2176272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the model can call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22376" y="2880360"/>
            <a:ext cx="82296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923544" y="2779776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that runs until it is done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22376" y="3483864"/>
            <a:ext cx="82296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923544" y="3383280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max-steps guard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22376" y="4087368"/>
            <a:ext cx="82296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" y="3986784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Per-tool error handling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22376" y="4690872"/>
            <a:ext cx="82296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923544" y="4590288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Optionally: a KB tool + a guardrail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54496" y="1554480"/>
            <a:ext cx="5431536" cy="47091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554480"/>
            <a:ext cx="5431536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55664" y="1554480"/>
            <a:ext cx="5111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manual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73952" y="2276856"/>
            <a:ext cx="82296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2176272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— it forgets between runs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73952" y="2880360"/>
            <a:ext cx="82296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779776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it runs on your laptop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73952" y="3483864"/>
            <a:ext cx="82296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3383280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— you are reading print output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Deck 1 recap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31536" cy="47091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5431536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554480"/>
            <a:ext cx="5111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 to remember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2376" y="2276856"/>
            <a:ext cx="82296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923544" y="2176272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the assistant tool_use message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22376" y="2880360"/>
            <a:ext cx="82296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923544" y="2779776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toolUseId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22376" y="3483864"/>
            <a:ext cx="82296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923544" y="3383280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the loop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22376" y="4087368"/>
            <a:ext cx="82296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" y="3986784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bedrock-agent-runtime for KB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22376" y="4690872"/>
            <a:ext cx="82296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923544" y="4590288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us. profile on the model id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54496" y="1554480"/>
            <a:ext cx="5431536" cy="47091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554480"/>
            <a:ext cx="5431536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55664" y="1554480"/>
            <a:ext cx="5111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73952" y="2276856"/>
            <a:ext cx="82296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2176272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= model + tools + loop + a stop condition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73952" y="2880360"/>
            <a:ext cx="82296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779776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build that from scratch — no framework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40280"/>
            <a:ext cx="548640" cy="14630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542032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hand-rolled about ten lines of loop.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relief: Strands writes it for you, and AgentCore runs it. That is Deck 2.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6 Deck 1 - The Agent Loop</dc:title>
  <dc:subject>PptxGenJS Presentation</dc:subject>
  <dc:creator>Agentic AI Bootcamp</dc:creator>
  <cp:lastModifiedBy>Agentic AI Bootcamp</cp:lastModifiedBy>
  <cp:revision>1</cp:revision>
  <dcterms:created xsi:type="dcterms:W3CDTF">2026-05-31T09:01:01Z</dcterms:created>
  <dcterms:modified xsi:type="dcterms:W3CDTF">2026-05-31T09:01:01Z</dcterms:modified>
</cp:coreProperties>
</file>